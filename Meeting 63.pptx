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66" r:id="rId3"/>
    <p:sldId id="262" r:id="rId4"/>
    <p:sldId id="2076137788" r:id="rId5"/>
    <p:sldId id="267" r:id="rId6"/>
    <p:sldId id="268" r:id="rId7"/>
    <p:sldId id="269" r:id="rId8"/>
    <p:sldId id="265" r:id="rId9"/>
    <p:sldId id="2076137789" r:id="rId10"/>
    <p:sldId id="2076137790" r:id="rId11"/>
    <p:sldId id="2076137791" r:id="rId12"/>
    <p:sldId id="20761377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77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478CC2-88FD-9444-8411-A45D2C32AC3D}" v="19" dt="2026-09-08T04:20:55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2"/>
    <p:restoredTop sz="94660"/>
  </p:normalViewPr>
  <p:slideViewPr>
    <p:cSldViewPr snapToGrid="0">
      <p:cViewPr varScale="1">
        <p:scale>
          <a:sx n="117" d="100"/>
          <a:sy n="117" d="100"/>
        </p:scale>
        <p:origin x="19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BDRABOUH" userId="c0d95946-3f62-4b8b-a142-ce5a54a744bf" providerId="ADAL" clId="{57202CB4-3C2A-5767-90CD-A348F5F8341A}"/>
    <pc:docChg chg="undo custSel addSld delSld modSld sldOrd">
      <pc:chgData name="AHMED ABDRABOUH" userId="c0d95946-3f62-4b8b-a142-ce5a54a744bf" providerId="ADAL" clId="{57202CB4-3C2A-5767-90CD-A348F5F8341A}" dt="2026-09-08T04:27:43.872" v="5874" actId="20577"/>
      <pc:docMkLst>
        <pc:docMk/>
      </pc:docMkLst>
      <pc:sldChg chg="delSp modSp mod">
        <pc:chgData name="AHMED ABDRABOUH" userId="c0d95946-3f62-4b8b-a142-ce5a54a744bf" providerId="ADAL" clId="{57202CB4-3C2A-5767-90CD-A348F5F8341A}" dt="2026-09-08T04:18:31.926" v="5832" actId="27636"/>
        <pc:sldMkLst>
          <pc:docMk/>
          <pc:sldMk cId="1409163960" sldId="257"/>
        </pc:sldMkLst>
        <pc:spChg chg="mod">
          <ac:chgData name="AHMED ABDRABOUH" userId="c0d95946-3f62-4b8b-a142-ce5a54a744bf" providerId="ADAL" clId="{57202CB4-3C2A-5767-90CD-A348F5F8341A}" dt="2026-09-08T04:18:31.926" v="5832" actId="27636"/>
          <ac:spMkLst>
            <pc:docMk/>
            <pc:sldMk cId="1409163960" sldId="257"/>
            <ac:spMk id="2" creationId="{4407B06A-F3B5-059B-7D2D-03F95B2F954A}"/>
          </ac:spMkLst>
        </pc:spChg>
        <pc:spChg chg="del mod">
          <ac:chgData name="AHMED ABDRABOUH" userId="c0d95946-3f62-4b8b-a142-ce5a54a744bf" providerId="ADAL" clId="{57202CB4-3C2A-5767-90CD-A348F5F8341A}" dt="2026-09-08T04:12:51.379" v="5826" actId="478"/>
          <ac:spMkLst>
            <pc:docMk/>
            <pc:sldMk cId="1409163960" sldId="257"/>
            <ac:spMk id="3" creationId="{C6CCDA7A-2854-2FE1-9144-32AA24AF8BDB}"/>
          </ac:spMkLst>
        </pc:spChg>
      </pc:sldChg>
      <pc:sldChg chg="addSp delSp modSp mod ord">
        <pc:chgData name="AHMED ABDRABOUH" userId="c0d95946-3f62-4b8b-a142-ce5a54a744bf" providerId="ADAL" clId="{57202CB4-3C2A-5767-90CD-A348F5F8341A}" dt="2026-09-08T03:43:45.979" v="5097" actId="20577"/>
        <pc:sldMkLst>
          <pc:docMk/>
          <pc:sldMk cId="3031562470" sldId="262"/>
        </pc:sldMkLst>
        <pc:spChg chg="add mod">
          <ac:chgData name="AHMED ABDRABOUH" userId="c0d95946-3f62-4b8b-a142-ce5a54a744bf" providerId="ADAL" clId="{57202CB4-3C2A-5767-90CD-A348F5F8341A}" dt="2026-08-12T03:15:39.989" v="3662" actId="1076"/>
          <ac:spMkLst>
            <pc:docMk/>
            <pc:sldMk cId="3031562470" sldId="262"/>
            <ac:spMk id="3" creationId="{3D930BD6-5142-24F3-43B2-7C3262812693}"/>
          </ac:spMkLst>
        </pc:spChg>
        <pc:spChg chg="mod">
          <ac:chgData name="AHMED ABDRABOUH" userId="c0d95946-3f62-4b8b-a142-ce5a54a744bf" providerId="ADAL" clId="{57202CB4-3C2A-5767-90CD-A348F5F8341A}" dt="2026-09-08T03:43:45.979" v="5097" actId="20577"/>
          <ac:spMkLst>
            <pc:docMk/>
            <pc:sldMk cId="3031562470" sldId="262"/>
            <ac:spMk id="8" creationId="{F87A7F15-2117-DA3C-8002-42656B4A2D1E}"/>
          </ac:spMkLst>
        </pc:spChg>
      </pc:sldChg>
      <pc:sldChg chg="addSp delSp modSp add del mod">
        <pc:chgData name="AHMED ABDRABOUH" userId="c0d95946-3f62-4b8b-a142-ce5a54a744bf" providerId="ADAL" clId="{57202CB4-3C2A-5767-90CD-A348F5F8341A}" dt="2026-09-08T04:27:43.872" v="5874" actId="20577"/>
        <pc:sldMkLst>
          <pc:docMk/>
          <pc:sldMk cId="3312923083" sldId="265"/>
        </pc:sldMkLst>
        <pc:spChg chg="add mod">
          <ac:chgData name="AHMED ABDRABOUH" userId="c0d95946-3f62-4b8b-a142-ce5a54a744bf" providerId="ADAL" clId="{57202CB4-3C2A-5767-90CD-A348F5F8341A}" dt="2026-09-08T03:49:16.476" v="5243" actId="403"/>
          <ac:spMkLst>
            <pc:docMk/>
            <pc:sldMk cId="3312923083" sldId="265"/>
            <ac:spMk id="2" creationId="{C29C6889-3714-D947-795C-AF682EDDF207}"/>
          </ac:spMkLst>
        </pc:spChg>
        <pc:spChg chg="mod">
          <ac:chgData name="AHMED ABDRABOUH" userId="c0d95946-3f62-4b8b-a142-ce5a54a744bf" providerId="ADAL" clId="{57202CB4-3C2A-5767-90CD-A348F5F8341A}" dt="2026-09-08T03:49:09.285" v="5241" actId="403"/>
          <ac:spMkLst>
            <pc:docMk/>
            <pc:sldMk cId="3312923083" sldId="265"/>
            <ac:spMk id="3" creationId="{68BC0264-701B-0D02-EEBA-C5B06BA8436A}"/>
          </ac:spMkLst>
        </pc:spChg>
        <pc:spChg chg="add mod">
          <ac:chgData name="AHMED ABDRABOUH" userId="c0d95946-3f62-4b8b-a142-ce5a54a744bf" providerId="ADAL" clId="{57202CB4-3C2A-5767-90CD-A348F5F8341A}" dt="2026-09-08T03:52:54.480" v="5359" actId="1035"/>
          <ac:spMkLst>
            <pc:docMk/>
            <pc:sldMk cId="3312923083" sldId="265"/>
            <ac:spMk id="4" creationId="{23B83481-E07B-4DB6-F29A-5DDDC0C2CE54}"/>
          </ac:spMkLst>
        </pc:spChg>
        <pc:spChg chg="add mod">
          <ac:chgData name="AHMED ABDRABOUH" userId="c0d95946-3f62-4b8b-a142-ce5a54a744bf" providerId="ADAL" clId="{57202CB4-3C2A-5767-90CD-A348F5F8341A}" dt="2026-09-08T03:52:54.480" v="5359" actId="1035"/>
          <ac:spMkLst>
            <pc:docMk/>
            <pc:sldMk cId="3312923083" sldId="265"/>
            <ac:spMk id="5" creationId="{1A6286F9-4798-A6C1-5658-3CA94D0370D4}"/>
          </ac:spMkLst>
        </pc:spChg>
        <pc:spChg chg="add mod">
          <ac:chgData name="AHMED ABDRABOUH" userId="c0d95946-3f62-4b8b-a142-ce5a54a744bf" providerId="ADAL" clId="{57202CB4-3C2A-5767-90CD-A348F5F8341A}" dt="2026-09-08T03:52:54.480" v="5359" actId="1035"/>
          <ac:spMkLst>
            <pc:docMk/>
            <pc:sldMk cId="3312923083" sldId="265"/>
            <ac:spMk id="8" creationId="{2EC83C7C-01F3-CF64-C9F8-42F35E299100}"/>
          </ac:spMkLst>
        </pc:spChg>
        <pc:spChg chg="add del mod">
          <ac:chgData name="AHMED ABDRABOUH" userId="c0d95946-3f62-4b8b-a142-ce5a54a744bf" providerId="ADAL" clId="{57202CB4-3C2A-5767-90CD-A348F5F8341A}" dt="2026-09-08T03:52:21.345" v="5318"/>
          <ac:spMkLst>
            <pc:docMk/>
            <pc:sldMk cId="3312923083" sldId="265"/>
            <ac:spMk id="9" creationId="{A81A3D11-AB19-DED4-A672-480C3DAC9A2A}"/>
          </ac:spMkLst>
        </pc:spChg>
        <pc:spChg chg="add del mod">
          <ac:chgData name="AHMED ABDRABOUH" userId="c0d95946-3f62-4b8b-a142-ce5a54a744bf" providerId="ADAL" clId="{57202CB4-3C2A-5767-90CD-A348F5F8341A}" dt="2026-09-08T03:47:30.717" v="5178" actId="478"/>
          <ac:spMkLst>
            <pc:docMk/>
            <pc:sldMk cId="3312923083" sldId="265"/>
            <ac:spMk id="19" creationId="{45B3945E-3B0B-7C02-763D-EC0623CC74FB}"/>
          </ac:spMkLst>
        </pc:spChg>
        <pc:spChg chg="add del mod">
          <ac:chgData name="AHMED ABDRABOUH" userId="c0d95946-3f62-4b8b-a142-ce5a54a744bf" providerId="ADAL" clId="{57202CB4-3C2A-5767-90CD-A348F5F8341A}" dt="2026-09-08T03:47:30.717" v="5178" actId="478"/>
          <ac:spMkLst>
            <pc:docMk/>
            <pc:sldMk cId="3312923083" sldId="265"/>
            <ac:spMk id="20" creationId="{551E1BE1-E56E-C136-F9CE-743459DDC9E7}"/>
          </ac:spMkLst>
        </pc:spChg>
        <pc:spChg chg="add mod">
          <ac:chgData name="AHMED ABDRABOUH" userId="c0d95946-3f62-4b8b-a142-ce5a54a744bf" providerId="ADAL" clId="{57202CB4-3C2A-5767-90CD-A348F5F8341A}" dt="2026-09-08T04:27:43.872" v="5874" actId="20577"/>
          <ac:spMkLst>
            <pc:docMk/>
            <pc:sldMk cId="3312923083" sldId="265"/>
            <ac:spMk id="21" creationId="{E0335427-564F-D539-B6F5-4B9727D18F71}"/>
          </ac:spMkLst>
        </pc:spChg>
        <pc:spChg chg="add del mod">
          <ac:chgData name="AHMED ABDRABOUH" userId="c0d95946-3f62-4b8b-a142-ce5a54a744bf" providerId="ADAL" clId="{57202CB4-3C2A-5767-90CD-A348F5F8341A}" dt="2026-09-08T03:47:28.235" v="5177" actId="478"/>
          <ac:spMkLst>
            <pc:docMk/>
            <pc:sldMk cId="3312923083" sldId="265"/>
            <ac:spMk id="22" creationId="{89908ED5-C550-9574-5EAF-8AA4DC8B4019}"/>
          </ac:spMkLst>
        </pc:spChg>
        <pc:spChg chg="add del mod">
          <ac:chgData name="AHMED ABDRABOUH" userId="c0d95946-3f62-4b8b-a142-ce5a54a744bf" providerId="ADAL" clId="{57202CB4-3C2A-5767-90CD-A348F5F8341A}" dt="2026-09-08T03:47:32.729" v="5179" actId="478"/>
          <ac:spMkLst>
            <pc:docMk/>
            <pc:sldMk cId="3312923083" sldId="265"/>
            <ac:spMk id="23" creationId="{99B1B576-C5A6-C165-E7F8-5A169B333CE6}"/>
          </ac:spMkLst>
        </pc:spChg>
        <pc:spChg chg="add del mod">
          <ac:chgData name="AHMED ABDRABOUH" userId="c0d95946-3f62-4b8b-a142-ce5a54a744bf" providerId="ADAL" clId="{57202CB4-3C2A-5767-90CD-A348F5F8341A}" dt="2026-09-08T03:47:30.717" v="5178" actId="478"/>
          <ac:spMkLst>
            <pc:docMk/>
            <pc:sldMk cId="3312923083" sldId="265"/>
            <ac:spMk id="24" creationId="{A4FF5B6C-E27A-A3E7-96D4-C407C5164217}"/>
          </ac:spMkLst>
        </pc:spChg>
        <pc:spChg chg="add del mod">
          <ac:chgData name="AHMED ABDRABOUH" userId="c0d95946-3f62-4b8b-a142-ce5a54a744bf" providerId="ADAL" clId="{57202CB4-3C2A-5767-90CD-A348F5F8341A}" dt="2026-09-08T03:47:32.729" v="5179" actId="478"/>
          <ac:spMkLst>
            <pc:docMk/>
            <pc:sldMk cId="3312923083" sldId="265"/>
            <ac:spMk id="25" creationId="{E98DA13F-DE2A-EC15-C89B-9315B1758F5D}"/>
          </ac:spMkLst>
        </pc:spChg>
        <pc:spChg chg="add del mod">
          <ac:chgData name="AHMED ABDRABOUH" userId="c0d95946-3f62-4b8b-a142-ce5a54a744bf" providerId="ADAL" clId="{57202CB4-3C2A-5767-90CD-A348F5F8341A}" dt="2026-09-08T03:47:30.717" v="5178" actId="478"/>
          <ac:spMkLst>
            <pc:docMk/>
            <pc:sldMk cId="3312923083" sldId="265"/>
            <ac:spMk id="26" creationId="{99260DB1-A953-D2F6-459F-79DFED75DE8A}"/>
          </ac:spMkLst>
        </pc:spChg>
        <pc:spChg chg="add mod">
          <ac:chgData name="AHMED ABDRABOUH" userId="c0d95946-3f62-4b8b-a142-ce5a54a744bf" providerId="ADAL" clId="{57202CB4-3C2A-5767-90CD-A348F5F8341A}" dt="2026-09-08T03:54:02.417" v="5413" actId="403"/>
          <ac:spMkLst>
            <pc:docMk/>
            <pc:sldMk cId="3312923083" sldId="265"/>
            <ac:spMk id="27" creationId="{AA72100F-9991-8F4D-EA22-59F5577FAE31}"/>
          </ac:spMkLst>
        </pc:spChg>
        <pc:spChg chg="add mod">
          <ac:chgData name="AHMED ABDRABOUH" userId="c0d95946-3f62-4b8b-a142-ce5a54a744bf" providerId="ADAL" clId="{57202CB4-3C2A-5767-90CD-A348F5F8341A}" dt="2026-09-08T03:54:36.696" v="5420" actId="1076"/>
          <ac:spMkLst>
            <pc:docMk/>
            <pc:sldMk cId="3312923083" sldId="265"/>
            <ac:spMk id="29" creationId="{781479AC-4480-AFD1-1120-55DA132B818B}"/>
          </ac:spMkLst>
        </pc:spChg>
        <pc:spChg chg="add mod">
          <ac:chgData name="AHMED ABDRABOUH" userId="c0d95946-3f62-4b8b-a142-ce5a54a744bf" providerId="ADAL" clId="{57202CB4-3C2A-5767-90CD-A348F5F8341A}" dt="2026-09-08T03:56:07.685" v="5442" actId="1076"/>
          <ac:spMkLst>
            <pc:docMk/>
            <pc:sldMk cId="3312923083" sldId="265"/>
            <ac:spMk id="41" creationId="{00DB5B4F-423E-A6F2-355E-39CB4992734C}"/>
          </ac:spMkLst>
        </pc:spChg>
        <pc:cxnChg chg="add mod">
          <ac:chgData name="AHMED ABDRABOUH" userId="c0d95946-3f62-4b8b-a142-ce5a54a744bf" providerId="ADAL" clId="{57202CB4-3C2A-5767-90CD-A348F5F8341A}" dt="2026-09-08T03:52:54.480" v="5359" actId="1035"/>
          <ac:cxnSpMkLst>
            <pc:docMk/>
            <pc:sldMk cId="3312923083" sldId="265"/>
            <ac:cxnSpMk id="7" creationId="{3EE0E06A-D29B-5AD1-FDC5-75AA67C77491}"/>
          </ac:cxnSpMkLst>
        </pc:cxnChg>
        <pc:cxnChg chg="add mod">
          <ac:chgData name="AHMED ABDRABOUH" userId="c0d95946-3f62-4b8b-a142-ce5a54a744bf" providerId="ADAL" clId="{57202CB4-3C2A-5767-90CD-A348F5F8341A}" dt="2026-09-08T03:52:54.480" v="5359" actId="1035"/>
          <ac:cxnSpMkLst>
            <pc:docMk/>
            <pc:sldMk cId="3312923083" sldId="265"/>
            <ac:cxnSpMk id="15" creationId="{B4F5732E-3B23-D64E-AA00-04B75653D2CA}"/>
          </ac:cxnSpMkLst>
        </pc:cxnChg>
        <pc:cxnChg chg="del mod">
          <ac:chgData name="AHMED ABDRABOUH" userId="c0d95946-3f62-4b8b-a142-ce5a54a744bf" providerId="ADAL" clId="{57202CB4-3C2A-5767-90CD-A348F5F8341A}" dt="2026-09-08T03:47:30.717" v="5178" actId="478"/>
          <ac:cxnSpMkLst>
            <pc:docMk/>
            <pc:sldMk cId="3312923083" sldId="265"/>
            <ac:cxnSpMk id="16" creationId="{094EAA2B-E8F3-CF03-493D-B4D7A097912F}"/>
          </ac:cxnSpMkLst>
        </pc:cxnChg>
        <pc:cxnChg chg="add mod">
          <ac:chgData name="AHMED ABDRABOUH" userId="c0d95946-3f62-4b8b-a142-ce5a54a744bf" providerId="ADAL" clId="{57202CB4-3C2A-5767-90CD-A348F5F8341A}" dt="2026-09-08T03:52:54.480" v="5359" actId="1035"/>
          <ac:cxnSpMkLst>
            <pc:docMk/>
            <pc:sldMk cId="3312923083" sldId="265"/>
            <ac:cxnSpMk id="17" creationId="{193910F5-2A4A-03DA-C15C-39935C79C332}"/>
          </ac:cxnSpMkLst>
        </pc:cxnChg>
        <pc:cxnChg chg="del mod">
          <ac:chgData name="AHMED ABDRABOUH" userId="c0d95946-3f62-4b8b-a142-ce5a54a744bf" providerId="ADAL" clId="{57202CB4-3C2A-5767-90CD-A348F5F8341A}" dt="2026-09-08T03:47:30.717" v="5178" actId="478"/>
          <ac:cxnSpMkLst>
            <pc:docMk/>
            <pc:sldMk cId="3312923083" sldId="265"/>
            <ac:cxnSpMk id="18" creationId="{88F5063E-43F6-B9B1-B93A-4EBE49A9B22B}"/>
          </ac:cxnSpMkLst>
        </pc:cxnChg>
        <pc:cxnChg chg="add del mod">
          <ac:chgData name="AHMED ABDRABOUH" userId="c0d95946-3f62-4b8b-a142-ce5a54a744bf" providerId="ADAL" clId="{57202CB4-3C2A-5767-90CD-A348F5F8341A}" dt="2026-09-08T03:47:30.717" v="5178" actId="478"/>
          <ac:cxnSpMkLst>
            <pc:docMk/>
            <pc:sldMk cId="3312923083" sldId="265"/>
            <ac:cxnSpMk id="28" creationId="{D7797580-035F-B046-5ABE-406861C5336B}"/>
          </ac:cxnSpMkLst>
        </pc:cxnChg>
        <pc:cxnChg chg="add del mod">
          <ac:chgData name="AHMED ABDRABOUH" userId="c0d95946-3f62-4b8b-a142-ce5a54a744bf" providerId="ADAL" clId="{57202CB4-3C2A-5767-90CD-A348F5F8341A}" dt="2026-09-08T03:47:32.729" v="5179" actId="478"/>
          <ac:cxnSpMkLst>
            <pc:docMk/>
            <pc:sldMk cId="3312923083" sldId="265"/>
            <ac:cxnSpMk id="30" creationId="{FB024A5A-76AE-E437-A872-15471FE0F9E7}"/>
          </ac:cxnSpMkLst>
        </pc:cxnChg>
        <pc:cxnChg chg="add del mod">
          <ac:chgData name="AHMED ABDRABOUH" userId="c0d95946-3f62-4b8b-a142-ce5a54a744bf" providerId="ADAL" clId="{57202CB4-3C2A-5767-90CD-A348F5F8341A}" dt="2026-09-08T03:55:22.780" v="5430" actId="478"/>
          <ac:cxnSpMkLst>
            <pc:docMk/>
            <pc:sldMk cId="3312923083" sldId="265"/>
            <ac:cxnSpMk id="31" creationId="{D6AF4156-7F3B-A839-6E59-F79340598B5E}"/>
          </ac:cxnSpMkLst>
        </pc:cxnChg>
        <pc:cxnChg chg="add mod">
          <ac:chgData name="AHMED ABDRABOUH" userId="c0d95946-3f62-4b8b-a142-ce5a54a744bf" providerId="ADAL" clId="{57202CB4-3C2A-5767-90CD-A348F5F8341A}" dt="2026-09-08T03:55:53.991" v="5436" actId="692"/>
          <ac:cxnSpMkLst>
            <pc:docMk/>
            <pc:sldMk cId="3312923083" sldId="265"/>
            <ac:cxnSpMk id="39" creationId="{79E16D02-C129-477E-2C45-BBFA4A855FDB}"/>
          </ac:cxnSpMkLst>
        </pc:cxnChg>
      </pc:sldChg>
      <pc:sldChg chg="delSp modSp add mod">
        <pc:chgData name="AHMED ABDRABOUH" userId="c0d95946-3f62-4b8b-a142-ce5a54a744bf" providerId="ADAL" clId="{57202CB4-3C2A-5767-90CD-A348F5F8341A}" dt="2026-09-08T03:42:24.889" v="4992" actId="1076"/>
        <pc:sldMkLst>
          <pc:docMk/>
          <pc:sldMk cId="2268812838" sldId="266"/>
        </pc:sldMkLst>
        <pc:spChg chg="mod">
          <ac:chgData name="AHMED ABDRABOUH" userId="c0d95946-3f62-4b8b-a142-ce5a54a744bf" providerId="ADAL" clId="{57202CB4-3C2A-5767-90CD-A348F5F8341A}" dt="2026-09-08T03:42:24.889" v="4992" actId="1076"/>
          <ac:spMkLst>
            <pc:docMk/>
            <pc:sldMk cId="2268812838" sldId="266"/>
            <ac:spMk id="2" creationId="{2289F085-75EF-21EB-A7AE-6F9482A17EA6}"/>
          </ac:spMkLst>
        </pc:spChg>
        <pc:spChg chg="del">
          <ac:chgData name="AHMED ABDRABOUH" userId="c0d95946-3f62-4b8b-a142-ce5a54a744bf" providerId="ADAL" clId="{57202CB4-3C2A-5767-90CD-A348F5F8341A}" dt="2026-09-08T03:42:16.214" v="4989" actId="478"/>
          <ac:spMkLst>
            <pc:docMk/>
            <pc:sldMk cId="2268812838" sldId="266"/>
            <ac:spMk id="3" creationId="{84D7E042-A6F1-8C1F-A4E7-2BABEF729268}"/>
          </ac:spMkLst>
        </pc:spChg>
      </pc:sldChg>
      <pc:sldChg chg="addSp modSp add del mod">
        <pc:chgData name="AHMED ABDRABOUH" userId="c0d95946-3f62-4b8b-a142-ce5a54a744bf" providerId="ADAL" clId="{57202CB4-3C2A-5767-90CD-A348F5F8341A}" dt="2026-09-08T03:39:50.381" v="4960" actId="2696"/>
        <pc:sldMkLst>
          <pc:docMk/>
          <pc:sldMk cId="2178927275" sldId="267"/>
        </pc:sldMkLst>
      </pc:sldChg>
      <pc:sldChg chg="modSp add mod ord">
        <pc:chgData name="AHMED ABDRABOUH" userId="c0d95946-3f62-4b8b-a142-ce5a54a744bf" providerId="ADAL" clId="{57202CB4-3C2A-5767-90CD-A348F5F8341A}" dt="2026-09-08T03:42:34.176" v="4995" actId="20578"/>
        <pc:sldMkLst>
          <pc:docMk/>
          <pc:sldMk cId="3836676521" sldId="267"/>
        </pc:sldMkLst>
        <pc:spChg chg="mod">
          <ac:chgData name="AHMED ABDRABOUH" userId="c0d95946-3f62-4b8b-a142-ce5a54a744bf" providerId="ADAL" clId="{57202CB4-3C2A-5767-90CD-A348F5F8341A}" dt="2026-09-08T03:42:31.751" v="4994" actId="20577"/>
          <ac:spMkLst>
            <pc:docMk/>
            <pc:sldMk cId="3836676521" sldId="267"/>
            <ac:spMk id="2" creationId="{3A864064-211A-0560-80DF-806A06BECA7A}"/>
          </ac:spMkLst>
        </pc:spChg>
      </pc:sldChg>
      <pc:sldChg chg="add">
        <pc:chgData name="AHMED ABDRABOUH" userId="c0d95946-3f62-4b8b-a142-ce5a54a744bf" providerId="ADAL" clId="{57202CB4-3C2A-5767-90CD-A348F5F8341A}" dt="2026-09-08T03:43:18.001" v="5004" actId="2890"/>
        <pc:sldMkLst>
          <pc:docMk/>
          <pc:sldMk cId="2720311058" sldId="268"/>
        </pc:sldMkLst>
      </pc:sldChg>
      <pc:sldChg chg="addSp delSp modSp add del mod">
        <pc:chgData name="AHMED ABDRABOUH" userId="c0d95946-3f62-4b8b-a142-ce5a54a744bf" providerId="ADAL" clId="{57202CB4-3C2A-5767-90CD-A348F5F8341A}" dt="2026-09-08T03:39:49.712" v="4959" actId="2696"/>
        <pc:sldMkLst>
          <pc:docMk/>
          <pc:sldMk cId="2752505876" sldId="268"/>
        </pc:sldMkLst>
      </pc:sldChg>
      <pc:sldChg chg="modSp add del mod">
        <pc:chgData name="AHMED ABDRABOUH" userId="c0d95946-3f62-4b8b-a142-ce5a54a744bf" providerId="ADAL" clId="{57202CB4-3C2A-5767-90CD-A348F5F8341A}" dt="2026-09-08T03:39:49.343" v="4958" actId="2696"/>
        <pc:sldMkLst>
          <pc:docMk/>
          <pc:sldMk cId="2496457652" sldId="269"/>
        </pc:sldMkLst>
      </pc:sldChg>
      <pc:sldChg chg="delSp modSp add mod">
        <pc:chgData name="AHMED ABDRABOUH" userId="c0d95946-3f62-4b8b-a142-ce5a54a744bf" providerId="ADAL" clId="{57202CB4-3C2A-5767-90CD-A348F5F8341A}" dt="2026-09-08T03:45:26.134" v="5137" actId="1037"/>
        <pc:sldMkLst>
          <pc:docMk/>
          <pc:sldMk cId="2521283446" sldId="269"/>
        </pc:sldMkLst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2" creationId="{57A53CE5-792E-C66C-43AC-40659425CB1B}"/>
          </ac:spMkLst>
        </pc:spChg>
        <pc:spChg chg="del">
          <ac:chgData name="AHMED ABDRABOUH" userId="c0d95946-3f62-4b8b-a142-ce5a54a744bf" providerId="ADAL" clId="{57202CB4-3C2A-5767-90CD-A348F5F8341A}" dt="2026-09-08T03:45:13.395" v="5099" actId="478"/>
          <ac:spMkLst>
            <pc:docMk/>
            <pc:sldMk cId="2521283446" sldId="269"/>
            <ac:spMk id="3" creationId="{68BC0264-701B-0D02-EEBA-C5B06BA8436A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4" creationId="{F3D0BC93-7B65-E972-4043-C7686139402F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5" creationId="{0C4338C1-7A4E-5CD7-01D1-A20F24667F29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6" creationId="{B1B7E151-86FB-D60B-AC71-6398F5FE4287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8" creationId="{D6FDBF37-BD8D-2009-DEC5-3618275C3E39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9" creationId="{23DEEE48-7933-3401-471F-DB3A33F96547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14" creationId="{0D2E9C1F-187E-CA97-2938-48FADC77E084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15" creationId="{E53B1C7B-E2A4-1A97-F9CA-BF0621C57E01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19" creationId="{45B3945E-3B0B-7C02-763D-EC0623CC74FB}"/>
          </ac:spMkLst>
        </pc:spChg>
        <pc:spChg chg="mod">
          <ac:chgData name="AHMED ABDRABOUH" userId="c0d95946-3f62-4b8b-a142-ce5a54a744bf" providerId="ADAL" clId="{57202CB4-3C2A-5767-90CD-A348F5F8341A}" dt="2026-09-08T03:45:26.134" v="5137" actId="1037"/>
          <ac:spMkLst>
            <pc:docMk/>
            <pc:sldMk cId="2521283446" sldId="269"/>
            <ac:spMk id="20" creationId="{551E1BE1-E56E-C136-F9CE-743459DDC9E7}"/>
          </ac:spMkLst>
        </pc:spChg>
      </pc:sldChg>
      <pc:sldChg chg="add">
        <pc:chgData name="AHMED ABDRABOUH" userId="c0d95946-3f62-4b8b-a142-ce5a54a744bf" providerId="ADAL" clId="{57202CB4-3C2A-5767-90CD-A348F5F8341A}" dt="2026-09-08T03:46:32.855" v="5138"/>
        <pc:sldMkLst>
          <pc:docMk/>
          <pc:sldMk cId="1088071246" sldId="2076137788"/>
        </pc:sldMkLst>
      </pc:sldChg>
      <pc:sldChg chg="addSp delSp modSp add mod">
        <pc:chgData name="AHMED ABDRABOUH" userId="c0d95946-3f62-4b8b-a142-ce5a54a744bf" providerId="ADAL" clId="{57202CB4-3C2A-5767-90CD-A348F5F8341A}" dt="2026-09-08T04:21:59.330" v="5864" actId="313"/>
        <pc:sldMkLst>
          <pc:docMk/>
          <pc:sldMk cId="3956942032" sldId="2076137789"/>
        </pc:sldMkLst>
        <pc:spChg chg="mod">
          <ac:chgData name="AHMED ABDRABOUH" userId="c0d95946-3f62-4b8b-a142-ce5a54a744bf" providerId="ADAL" clId="{57202CB4-3C2A-5767-90CD-A348F5F8341A}" dt="2026-09-08T03:57:21.214" v="5468" actId="20577"/>
          <ac:spMkLst>
            <pc:docMk/>
            <pc:sldMk cId="3956942032" sldId="2076137789"/>
            <ac:spMk id="2" creationId="{E45FD0AD-5C74-6442-FE15-61467511A733}"/>
          </ac:spMkLst>
        </pc:spChg>
        <pc:spChg chg="add mod">
          <ac:chgData name="AHMED ABDRABOUH" userId="c0d95946-3f62-4b8b-a142-ce5a54a744bf" providerId="ADAL" clId="{57202CB4-3C2A-5767-90CD-A348F5F8341A}" dt="2026-09-08T04:21:59.330" v="5864" actId="313"/>
          <ac:spMkLst>
            <pc:docMk/>
            <pc:sldMk cId="3956942032" sldId="2076137789"/>
            <ac:spMk id="9" creationId="{9A9578C7-3266-1F95-6F58-7A1BD3F25B2A}"/>
          </ac:spMkLst>
        </pc:spChg>
        <pc:spChg chg="del">
          <ac:chgData name="AHMED ABDRABOUH" userId="c0d95946-3f62-4b8b-a142-ce5a54a744bf" providerId="ADAL" clId="{57202CB4-3C2A-5767-90CD-A348F5F8341A}" dt="2026-09-08T03:56:29.466" v="5453" actId="478"/>
          <ac:spMkLst>
            <pc:docMk/>
            <pc:sldMk cId="3956942032" sldId="2076137789"/>
            <ac:spMk id="21" creationId="{AC95C232-E716-800D-CA44-4C4B82DBFA24}"/>
          </ac:spMkLst>
        </pc:spChg>
        <pc:spChg chg="mod">
          <ac:chgData name="AHMED ABDRABOUH" userId="c0d95946-3f62-4b8b-a142-ce5a54a744bf" providerId="ADAL" clId="{57202CB4-3C2A-5767-90CD-A348F5F8341A}" dt="2026-09-08T03:57:08.714" v="5466" actId="20577"/>
          <ac:spMkLst>
            <pc:docMk/>
            <pc:sldMk cId="3956942032" sldId="2076137789"/>
            <ac:spMk id="27" creationId="{88A4E415-D097-B2A2-F650-D8D2DE6ABB88}"/>
          </ac:spMkLst>
        </pc:spChg>
        <pc:cxnChg chg="mod">
          <ac:chgData name="AHMED ABDRABOUH" userId="c0d95946-3f62-4b8b-a142-ce5a54a744bf" providerId="ADAL" clId="{57202CB4-3C2A-5767-90CD-A348F5F8341A}" dt="2026-09-08T04:21:15.321" v="5860" actId="1076"/>
          <ac:cxnSpMkLst>
            <pc:docMk/>
            <pc:sldMk cId="3956942032" sldId="2076137789"/>
            <ac:cxnSpMk id="7" creationId="{D65CFC8C-7CDC-3655-8356-0D4E85E732E4}"/>
          </ac:cxnSpMkLst>
        </pc:cxnChg>
        <pc:cxnChg chg="add mod">
          <ac:chgData name="AHMED ABDRABOUH" userId="c0d95946-3f62-4b8b-a142-ce5a54a744bf" providerId="ADAL" clId="{57202CB4-3C2A-5767-90CD-A348F5F8341A}" dt="2026-09-08T04:21:52.232" v="5863" actId="14100"/>
          <ac:cxnSpMkLst>
            <pc:docMk/>
            <pc:sldMk cId="3956942032" sldId="2076137789"/>
            <ac:cxnSpMk id="12" creationId="{B0A77435-9C64-963E-6CBA-37F185D01F72}"/>
          </ac:cxnSpMkLst>
        </pc:cxnChg>
        <pc:cxnChg chg="del">
          <ac:chgData name="AHMED ABDRABOUH" userId="c0d95946-3f62-4b8b-a142-ce5a54a744bf" providerId="ADAL" clId="{57202CB4-3C2A-5767-90CD-A348F5F8341A}" dt="2026-09-08T03:56:33.985" v="5454" actId="478"/>
          <ac:cxnSpMkLst>
            <pc:docMk/>
            <pc:sldMk cId="3956942032" sldId="2076137789"/>
            <ac:cxnSpMk id="15" creationId="{520C783E-B874-8F30-9B4E-73D6EFCE4047}"/>
          </ac:cxnSpMkLst>
        </pc:cxnChg>
        <pc:cxnChg chg="mod">
          <ac:chgData name="AHMED ABDRABOUH" userId="c0d95946-3f62-4b8b-a142-ce5a54a744bf" providerId="ADAL" clId="{57202CB4-3C2A-5767-90CD-A348F5F8341A}" dt="2026-09-08T03:57:08.441" v="5463" actId="20577"/>
          <ac:cxnSpMkLst>
            <pc:docMk/>
            <pc:sldMk cId="3956942032" sldId="2076137789"/>
            <ac:cxnSpMk id="39" creationId="{652E72BC-6B06-87A9-D0F8-C583C6FE8253}"/>
          </ac:cxnSpMkLst>
        </pc:cxnChg>
      </pc:sldChg>
      <pc:sldChg chg="addSp delSp modSp add mod">
        <pc:chgData name="AHMED ABDRABOUH" userId="c0d95946-3f62-4b8b-a142-ce5a54a744bf" providerId="ADAL" clId="{57202CB4-3C2A-5767-90CD-A348F5F8341A}" dt="2026-09-08T03:59:40.093" v="5570" actId="1035"/>
        <pc:sldMkLst>
          <pc:docMk/>
          <pc:sldMk cId="3508450466" sldId="2076137790"/>
        </pc:sldMkLst>
        <pc:spChg chg="mod">
          <ac:chgData name="AHMED ABDRABOUH" userId="c0d95946-3f62-4b8b-a142-ce5a54a744bf" providerId="ADAL" clId="{57202CB4-3C2A-5767-90CD-A348F5F8341A}" dt="2026-09-08T03:57:41.504" v="5480" actId="20577"/>
          <ac:spMkLst>
            <pc:docMk/>
            <pc:sldMk cId="3508450466" sldId="2076137790"/>
            <ac:spMk id="2" creationId="{A0D9BFBC-4753-1FBD-63BE-02C29227601E}"/>
          </ac:spMkLst>
        </pc:spChg>
        <pc:spChg chg="mod">
          <ac:chgData name="AHMED ABDRABOUH" userId="c0d95946-3f62-4b8b-a142-ce5a54a744bf" providerId="ADAL" clId="{57202CB4-3C2A-5767-90CD-A348F5F8341A}" dt="2026-09-08T03:59:40.093" v="5570" actId="1035"/>
          <ac:spMkLst>
            <pc:docMk/>
            <pc:sldMk cId="3508450466" sldId="2076137790"/>
            <ac:spMk id="4" creationId="{7F58F5F2-F798-5535-009F-B8CFADDFFE12}"/>
          </ac:spMkLst>
        </pc:spChg>
        <pc:spChg chg="mod">
          <ac:chgData name="AHMED ABDRABOUH" userId="c0d95946-3f62-4b8b-a142-ce5a54a744bf" providerId="ADAL" clId="{57202CB4-3C2A-5767-90CD-A348F5F8341A}" dt="2026-09-08T03:59:40.093" v="5570" actId="1035"/>
          <ac:spMkLst>
            <pc:docMk/>
            <pc:sldMk cId="3508450466" sldId="2076137790"/>
            <ac:spMk id="5" creationId="{44E7424D-0A94-79F2-E59C-C76D8687989D}"/>
          </ac:spMkLst>
        </pc:spChg>
        <pc:spChg chg="mod">
          <ac:chgData name="AHMED ABDRABOUH" userId="c0d95946-3f62-4b8b-a142-ce5a54a744bf" providerId="ADAL" clId="{57202CB4-3C2A-5767-90CD-A348F5F8341A}" dt="2026-09-08T03:59:40.093" v="5570" actId="1035"/>
          <ac:spMkLst>
            <pc:docMk/>
            <pc:sldMk cId="3508450466" sldId="2076137790"/>
            <ac:spMk id="8" creationId="{22218E78-BC9F-A965-72CD-1B1C433FB177}"/>
          </ac:spMkLst>
        </pc:spChg>
        <pc:spChg chg="add del mod">
          <ac:chgData name="AHMED ABDRABOUH" userId="c0d95946-3f62-4b8b-a142-ce5a54a744bf" providerId="ADAL" clId="{57202CB4-3C2A-5767-90CD-A348F5F8341A}" dt="2026-09-08T03:59:28.754" v="5520" actId="478"/>
          <ac:spMkLst>
            <pc:docMk/>
            <pc:sldMk cId="3508450466" sldId="2076137790"/>
            <ac:spMk id="12" creationId="{A92B2986-1F9D-8C14-FCA6-88E7598CCDD1}"/>
          </ac:spMkLst>
        </pc:spChg>
        <pc:spChg chg="mod">
          <ac:chgData name="AHMED ABDRABOUH" userId="c0d95946-3f62-4b8b-a142-ce5a54a744bf" providerId="ADAL" clId="{57202CB4-3C2A-5767-90CD-A348F5F8341A}" dt="2026-09-08T03:59:40.093" v="5570" actId="1035"/>
          <ac:spMkLst>
            <pc:docMk/>
            <pc:sldMk cId="3508450466" sldId="2076137790"/>
            <ac:spMk id="27" creationId="{E416ACCA-D831-835F-1562-D4BB8F77993E}"/>
          </ac:spMkLst>
        </pc:spChg>
        <pc:spChg chg="mod">
          <ac:chgData name="AHMED ABDRABOUH" userId="c0d95946-3f62-4b8b-a142-ce5a54a744bf" providerId="ADAL" clId="{57202CB4-3C2A-5767-90CD-A348F5F8341A}" dt="2026-09-08T03:59:40.093" v="5570" actId="1035"/>
          <ac:spMkLst>
            <pc:docMk/>
            <pc:sldMk cId="3508450466" sldId="2076137790"/>
            <ac:spMk id="29" creationId="{F9F1A505-EC48-1733-A7C6-8F36AF327088}"/>
          </ac:spMkLst>
        </pc:spChg>
        <pc:spChg chg="mod">
          <ac:chgData name="AHMED ABDRABOUH" userId="c0d95946-3f62-4b8b-a142-ce5a54a744bf" providerId="ADAL" clId="{57202CB4-3C2A-5767-90CD-A348F5F8341A}" dt="2026-09-08T03:59:40.093" v="5570" actId="1035"/>
          <ac:spMkLst>
            <pc:docMk/>
            <pc:sldMk cId="3508450466" sldId="2076137790"/>
            <ac:spMk id="41" creationId="{4027377B-7B30-FA80-349B-33D0E52D0F61}"/>
          </ac:spMkLst>
        </pc:spChg>
        <pc:cxnChg chg="mod">
          <ac:chgData name="AHMED ABDRABOUH" userId="c0d95946-3f62-4b8b-a142-ce5a54a744bf" providerId="ADAL" clId="{57202CB4-3C2A-5767-90CD-A348F5F8341A}" dt="2026-09-08T03:59:40.093" v="5570" actId="1035"/>
          <ac:cxnSpMkLst>
            <pc:docMk/>
            <pc:sldMk cId="3508450466" sldId="2076137790"/>
            <ac:cxnSpMk id="7" creationId="{F4F6347C-970D-A687-7D05-4D1E36CA667D}"/>
          </ac:cxnSpMkLst>
        </pc:cxnChg>
        <pc:cxnChg chg="mod">
          <ac:chgData name="AHMED ABDRABOUH" userId="c0d95946-3f62-4b8b-a142-ce5a54a744bf" providerId="ADAL" clId="{57202CB4-3C2A-5767-90CD-A348F5F8341A}" dt="2026-09-08T03:59:40.093" v="5570" actId="1035"/>
          <ac:cxnSpMkLst>
            <pc:docMk/>
            <pc:sldMk cId="3508450466" sldId="2076137790"/>
            <ac:cxnSpMk id="17" creationId="{DCC87502-C6B1-E408-5C01-258DA9DDF5A9}"/>
          </ac:cxnSpMkLst>
        </pc:cxnChg>
        <pc:cxnChg chg="mod">
          <ac:chgData name="AHMED ABDRABOUH" userId="c0d95946-3f62-4b8b-a142-ce5a54a744bf" providerId="ADAL" clId="{57202CB4-3C2A-5767-90CD-A348F5F8341A}" dt="2026-09-08T03:59:40.093" v="5570" actId="1035"/>
          <ac:cxnSpMkLst>
            <pc:docMk/>
            <pc:sldMk cId="3508450466" sldId="2076137790"/>
            <ac:cxnSpMk id="39" creationId="{AB8F734F-0E06-8EAE-C94C-1A93D53DEA87}"/>
          </ac:cxnSpMkLst>
        </pc:cxnChg>
      </pc:sldChg>
      <pc:sldChg chg="addSp modSp add del mod">
        <pc:chgData name="AHMED ABDRABOUH" userId="c0d95946-3f62-4b8b-a142-ce5a54a744bf" providerId="ADAL" clId="{57202CB4-3C2A-5767-90CD-A348F5F8341A}" dt="2026-09-08T04:03:48.896" v="5697" actId="20577"/>
        <pc:sldMkLst>
          <pc:docMk/>
          <pc:sldMk cId="1910020193" sldId="2076137791"/>
        </pc:sldMkLst>
        <pc:spChg chg="mod">
          <ac:chgData name="AHMED ABDRABOUH" userId="c0d95946-3f62-4b8b-a142-ce5a54a744bf" providerId="ADAL" clId="{57202CB4-3C2A-5767-90CD-A348F5F8341A}" dt="2026-09-08T04:03:48.896" v="5697" actId="20577"/>
          <ac:spMkLst>
            <pc:docMk/>
            <pc:sldMk cId="1910020193" sldId="2076137791"/>
            <ac:spMk id="2" creationId="{58B4B9FA-A324-00C9-240B-15EBE3FDC84A}"/>
          </ac:spMkLst>
        </pc:spChg>
        <pc:spChg chg="mod">
          <ac:chgData name="AHMED ABDRABOUH" userId="c0d95946-3f62-4b8b-a142-ce5a54a744bf" providerId="ADAL" clId="{57202CB4-3C2A-5767-90CD-A348F5F8341A}" dt="2026-09-08T04:01:30.997" v="5618" actId="1076"/>
          <ac:spMkLst>
            <pc:docMk/>
            <pc:sldMk cId="1910020193" sldId="2076137791"/>
            <ac:spMk id="4" creationId="{1F463FBB-C485-7085-AB41-244D0A441115}"/>
          </ac:spMkLst>
        </pc:spChg>
        <pc:spChg chg="mod">
          <ac:chgData name="AHMED ABDRABOUH" userId="c0d95946-3f62-4b8b-a142-ce5a54a744bf" providerId="ADAL" clId="{57202CB4-3C2A-5767-90CD-A348F5F8341A}" dt="2026-09-08T04:03:00.157" v="5687" actId="20577"/>
          <ac:spMkLst>
            <pc:docMk/>
            <pc:sldMk cId="1910020193" sldId="2076137791"/>
            <ac:spMk id="5" creationId="{81DDFC0F-7FAC-1B5A-F0A7-E6AABD837824}"/>
          </ac:spMkLst>
        </pc:spChg>
        <pc:spChg chg="add mod">
          <ac:chgData name="AHMED ABDRABOUH" userId="c0d95946-3f62-4b8b-a142-ce5a54a744bf" providerId="ADAL" clId="{57202CB4-3C2A-5767-90CD-A348F5F8341A}" dt="2026-09-08T04:03:14.798" v="5694" actId="1076"/>
          <ac:spMkLst>
            <pc:docMk/>
            <pc:sldMk cId="1910020193" sldId="2076137791"/>
            <ac:spMk id="10" creationId="{70ED200C-D5DC-D75A-C59B-5486D03421F4}"/>
          </ac:spMkLst>
        </pc:spChg>
        <pc:spChg chg="mod">
          <ac:chgData name="AHMED ABDRABOUH" userId="c0d95946-3f62-4b8b-a142-ce5a54a744bf" providerId="ADAL" clId="{57202CB4-3C2A-5767-90CD-A348F5F8341A}" dt="2026-09-08T04:02:32.219" v="5666" actId="1076"/>
          <ac:spMkLst>
            <pc:docMk/>
            <pc:sldMk cId="1910020193" sldId="2076137791"/>
            <ac:spMk id="27" creationId="{8A90FD56-812B-B629-F0F0-A4B846FD5276}"/>
          </ac:spMkLst>
        </pc:spChg>
        <pc:spChg chg="mod">
          <ac:chgData name="AHMED ABDRABOUH" userId="c0d95946-3f62-4b8b-a142-ce5a54a744bf" providerId="ADAL" clId="{57202CB4-3C2A-5767-90CD-A348F5F8341A}" dt="2026-09-08T04:03:04.353" v="5690" actId="20577"/>
          <ac:spMkLst>
            <pc:docMk/>
            <pc:sldMk cId="1910020193" sldId="2076137791"/>
            <ac:spMk id="29" creationId="{0343A4F5-F80B-008C-A090-7B343943C902}"/>
          </ac:spMkLst>
        </pc:spChg>
        <pc:spChg chg="mod">
          <ac:chgData name="AHMED ABDRABOUH" userId="c0d95946-3f62-4b8b-a142-ce5a54a744bf" providerId="ADAL" clId="{57202CB4-3C2A-5767-90CD-A348F5F8341A}" dt="2026-09-08T04:03:06.695" v="5692" actId="20577"/>
          <ac:spMkLst>
            <pc:docMk/>
            <pc:sldMk cId="1910020193" sldId="2076137791"/>
            <ac:spMk id="41" creationId="{C85688C7-460F-0BEE-DF33-38D6F9965E0E}"/>
          </ac:spMkLst>
        </pc:spChg>
        <pc:cxnChg chg="mod">
          <ac:chgData name="AHMED ABDRABOUH" userId="c0d95946-3f62-4b8b-a142-ce5a54a744bf" providerId="ADAL" clId="{57202CB4-3C2A-5767-90CD-A348F5F8341A}" dt="2026-09-08T04:01:30.997" v="5618" actId="1076"/>
          <ac:cxnSpMkLst>
            <pc:docMk/>
            <pc:sldMk cId="1910020193" sldId="2076137791"/>
            <ac:cxnSpMk id="7" creationId="{BEF24EFA-492C-8252-5060-C43EE2A6CC8D}"/>
          </ac:cxnSpMkLst>
        </pc:cxnChg>
        <pc:cxnChg chg="mod">
          <ac:chgData name="AHMED ABDRABOUH" userId="c0d95946-3f62-4b8b-a142-ce5a54a744bf" providerId="ADAL" clId="{57202CB4-3C2A-5767-90CD-A348F5F8341A}" dt="2026-09-08T04:03:33.338" v="5696" actId="14100"/>
          <ac:cxnSpMkLst>
            <pc:docMk/>
            <pc:sldMk cId="1910020193" sldId="2076137791"/>
            <ac:cxnSpMk id="39" creationId="{FAE2ED20-7615-7879-393E-6E0DE73AC89E}"/>
          </ac:cxnSpMkLst>
        </pc:cxnChg>
      </pc:sldChg>
      <pc:sldChg chg="addSp delSp modSp add mod">
        <pc:chgData name="AHMED ABDRABOUH" userId="c0d95946-3f62-4b8b-a142-ce5a54a744bf" providerId="ADAL" clId="{57202CB4-3C2A-5767-90CD-A348F5F8341A}" dt="2026-09-08T04:08:27.128" v="5825" actId="1076"/>
        <pc:sldMkLst>
          <pc:docMk/>
          <pc:sldMk cId="1170119126" sldId="2076137792"/>
        </pc:sldMkLst>
        <pc:spChg chg="mod">
          <ac:chgData name="AHMED ABDRABOUH" userId="c0d95946-3f62-4b8b-a142-ce5a54a744bf" providerId="ADAL" clId="{57202CB4-3C2A-5767-90CD-A348F5F8341A}" dt="2026-09-08T04:04:10.998" v="5719" actId="20577"/>
          <ac:spMkLst>
            <pc:docMk/>
            <pc:sldMk cId="1170119126" sldId="2076137792"/>
            <ac:spMk id="2" creationId="{FF609BAC-3081-E5B2-94F6-32A4E867B5B9}"/>
          </ac:spMkLst>
        </pc:spChg>
        <pc:spChg chg="mod">
          <ac:chgData name="AHMED ABDRABOUH" userId="c0d95946-3f62-4b8b-a142-ce5a54a744bf" providerId="ADAL" clId="{57202CB4-3C2A-5767-90CD-A348F5F8341A}" dt="2026-09-08T04:07:45.250" v="5787" actId="20577"/>
          <ac:spMkLst>
            <pc:docMk/>
            <pc:sldMk cId="1170119126" sldId="2076137792"/>
            <ac:spMk id="4" creationId="{3886F2CE-D39C-F4AB-6DCD-4B5D74AA34FD}"/>
          </ac:spMkLst>
        </pc:spChg>
        <pc:spChg chg="del">
          <ac:chgData name="AHMED ABDRABOUH" userId="c0d95946-3f62-4b8b-a142-ce5a54a744bf" providerId="ADAL" clId="{57202CB4-3C2A-5767-90CD-A348F5F8341A}" dt="2026-09-08T04:08:10.488" v="5819" actId="478"/>
          <ac:spMkLst>
            <pc:docMk/>
            <pc:sldMk cId="1170119126" sldId="2076137792"/>
            <ac:spMk id="5" creationId="{603CDC8D-DC25-2C68-2448-FABFF4E3FB6C}"/>
          </ac:spMkLst>
        </pc:spChg>
        <pc:spChg chg="del mod">
          <ac:chgData name="AHMED ABDRABOUH" userId="c0d95946-3f62-4b8b-a142-ce5a54a744bf" providerId="ADAL" clId="{57202CB4-3C2A-5767-90CD-A348F5F8341A}" dt="2026-09-08T04:07:00.712" v="5750" actId="478"/>
          <ac:spMkLst>
            <pc:docMk/>
            <pc:sldMk cId="1170119126" sldId="2076137792"/>
            <ac:spMk id="8" creationId="{0BD8118F-6B3F-C813-9E6F-CBAB176286EB}"/>
          </ac:spMkLst>
        </pc:spChg>
        <pc:spChg chg="add mod">
          <ac:chgData name="AHMED ABDRABOUH" userId="c0d95946-3f62-4b8b-a142-ce5a54a744bf" providerId="ADAL" clId="{57202CB4-3C2A-5767-90CD-A348F5F8341A}" dt="2026-09-08T04:08:20.554" v="5823" actId="1076"/>
          <ac:spMkLst>
            <pc:docMk/>
            <pc:sldMk cId="1170119126" sldId="2076137792"/>
            <ac:spMk id="9" creationId="{231910EA-ECE3-7285-A50A-BFA744467D9E}"/>
          </ac:spMkLst>
        </pc:spChg>
        <pc:spChg chg="del">
          <ac:chgData name="AHMED ABDRABOUH" userId="c0d95946-3f62-4b8b-a142-ce5a54a744bf" providerId="ADAL" clId="{57202CB4-3C2A-5767-90CD-A348F5F8341A}" dt="2026-09-08T04:08:09.157" v="5818" actId="478"/>
          <ac:spMkLst>
            <pc:docMk/>
            <pc:sldMk cId="1170119126" sldId="2076137792"/>
            <ac:spMk id="10" creationId="{C8647BAB-03C3-9C4D-9577-DE2DAB76EE62}"/>
          </ac:spMkLst>
        </pc:spChg>
        <pc:spChg chg="add mod">
          <ac:chgData name="AHMED ABDRABOUH" userId="c0d95946-3f62-4b8b-a142-ce5a54a744bf" providerId="ADAL" clId="{57202CB4-3C2A-5767-90CD-A348F5F8341A}" dt="2026-09-08T04:08:17.224" v="5822" actId="1076"/>
          <ac:spMkLst>
            <pc:docMk/>
            <pc:sldMk cId="1170119126" sldId="2076137792"/>
            <ac:spMk id="11" creationId="{D9937ACD-58C2-1178-CCAF-F19D643DF59A}"/>
          </ac:spMkLst>
        </pc:spChg>
        <pc:spChg chg="del">
          <ac:chgData name="AHMED ABDRABOUH" userId="c0d95946-3f62-4b8b-a142-ce5a54a744bf" providerId="ADAL" clId="{57202CB4-3C2A-5767-90CD-A348F5F8341A}" dt="2026-09-08T04:07:02.194" v="5751" actId="478"/>
          <ac:spMkLst>
            <pc:docMk/>
            <pc:sldMk cId="1170119126" sldId="2076137792"/>
            <ac:spMk id="27" creationId="{7D106385-FBF1-BABC-14FD-8B8B6316563B}"/>
          </ac:spMkLst>
        </pc:spChg>
        <pc:spChg chg="del">
          <ac:chgData name="AHMED ABDRABOUH" userId="c0d95946-3f62-4b8b-a142-ce5a54a744bf" providerId="ADAL" clId="{57202CB4-3C2A-5767-90CD-A348F5F8341A}" dt="2026-09-08T04:08:11.959" v="5820" actId="478"/>
          <ac:spMkLst>
            <pc:docMk/>
            <pc:sldMk cId="1170119126" sldId="2076137792"/>
            <ac:spMk id="29" creationId="{5C5D479C-E0C9-7E5B-EDF4-C551C3CA2747}"/>
          </ac:spMkLst>
        </pc:spChg>
        <pc:spChg chg="del">
          <ac:chgData name="AHMED ABDRABOUH" userId="c0d95946-3f62-4b8b-a142-ce5a54a744bf" providerId="ADAL" clId="{57202CB4-3C2A-5767-90CD-A348F5F8341A}" dt="2026-09-08T04:08:07.359" v="5816" actId="478"/>
          <ac:spMkLst>
            <pc:docMk/>
            <pc:sldMk cId="1170119126" sldId="2076137792"/>
            <ac:spMk id="41" creationId="{0B7E8D26-6735-451E-0E84-CC176BE8F28A}"/>
          </ac:spMkLst>
        </pc:spChg>
        <pc:cxnChg chg="mod">
          <ac:chgData name="AHMED ABDRABOUH" userId="c0d95946-3f62-4b8b-a142-ce5a54a744bf" providerId="ADAL" clId="{57202CB4-3C2A-5767-90CD-A348F5F8341A}" dt="2026-09-08T04:08:20.554" v="5823" actId="1076"/>
          <ac:cxnSpMkLst>
            <pc:docMk/>
            <pc:sldMk cId="1170119126" sldId="2076137792"/>
            <ac:cxnSpMk id="7" creationId="{D71F4FD7-1ACB-BE6C-A5AB-E1887AECE643}"/>
          </ac:cxnSpMkLst>
        </pc:cxnChg>
        <pc:cxnChg chg="add mod">
          <ac:chgData name="AHMED ABDRABOUH" userId="c0d95946-3f62-4b8b-a142-ce5a54a744bf" providerId="ADAL" clId="{57202CB4-3C2A-5767-90CD-A348F5F8341A}" dt="2026-09-08T04:08:27.128" v="5825" actId="1076"/>
          <ac:cxnSpMkLst>
            <pc:docMk/>
            <pc:sldMk cId="1170119126" sldId="2076137792"/>
            <ac:cxnSpMk id="15" creationId="{D811C4CE-FF0C-A16E-FAD7-3F02712FAA80}"/>
          </ac:cxnSpMkLst>
        </pc:cxnChg>
        <pc:cxnChg chg="del">
          <ac:chgData name="AHMED ABDRABOUH" userId="c0d95946-3f62-4b8b-a142-ce5a54a744bf" providerId="ADAL" clId="{57202CB4-3C2A-5767-90CD-A348F5F8341A}" dt="2026-09-08T04:08:12.771" v="5821" actId="478"/>
          <ac:cxnSpMkLst>
            <pc:docMk/>
            <pc:sldMk cId="1170119126" sldId="2076137792"/>
            <ac:cxnSpMk id="17" creationId="{FEB4B84B-DD10-EE1F-53FC-65585B83CAAF}"/>
          </ac:cxnSpMkLst>
        </pc:cxnChg>
        <pc:cxnChg chg="del mod">
          <ac:chgData name="AHMED ABDRABOUH" userId="c0d95946-3f62-4b8b-a142-ce5a54a744bf" providerId="ADAL" clId="{57202CB4-3C2A-5767-90CD-A348F5F8341A}" dt="2026-09-08T04:08:08.073" v="5817" actId="478"/>
          <ac:cxnSpMkLst>
            <pc:docMk/>
            <pc:sldMk cId="1170119126" sldId="2076137792"/>
            <ac:cxnSpMk id="39" creationId="{7CC456F2-A803-7245-D401-186CB8E77D9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AC0F9-D67A-994F-B863-F8051F801B3D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831B1-27E6-0946-913B-F452071E6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1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CDB56-292F-C88C-D87F-69CA3F72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2EAE5-9AB5-00F6-D8D0-431EB598A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B3A7C-75FD-3E8A-B957-21D74488B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F7A59-723E-5793-74D2-7CBA4C51B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788180-E4D7-FC4B-9D16-EE8772520A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26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831B1-27E6-0946-913B-F452071E65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00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59DD0-6BB7-E3C1-FD09-38DA7FD34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B7F83-99E0-03BF-3F20-ABAF6D16B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E2522-7F1D-87D7-4AE2-189727EA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E16BF-5315-D0FD-F326-1075605F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5861A-88BF-15D0-4EF8-1D1B2EB2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1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9E0A-E392-4460-9515-B4355FEC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36DB0-167E-7B04-8D96-D22B12874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E5479-765A-612F-3E24-09D16F6A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9D74B-1E92-0B3A-FD07-1A10CF4E4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E8F64-4DDB-3C88-5CD4-1F5C969B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4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852A-6A5B-C532-0152-E6B4948C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D6927-DDF3-5984-C84A-F344C5541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AA1AB-0D45-DA41-22B2-4A2C9198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9EB3-0366-EF7C-324C-AAAD201B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A8052-2E39-F49A-46C1-B0CDFD03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12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EC27-F333-451E-13EF-41C02DE9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BB13E-89DC-95CF-E7E3-0044317FC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ECAA5-23F3-3B39-AED2-357BDF8D2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F1780-6717-C68A-ABEB-0C90C3E0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51D2C-5D70-FA19-6D38-BB90C13E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D87BB-4AF1-E045-133C-D3D90288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8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E3E8F-7CF3-6FFE-756D-79611C94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65013-AD83-6072-338D-7CE37D92C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255E6-AE99-5EB5-A17B-EBB1656EF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73ABC-F990-1F24-3BDD-89911DADE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2DE94-E4DD-EFE6-D7E0-96CBFE002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90B19-64B3-AB96-886D-A4CAF46D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E2FF14-7304-B4A4-0CC2-E04F7255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05E0C-EC0A-9256-D4AC-171AA82D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FB14-67E5-005F-4A8C-1DE4AFDA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29DE4-0E52-30DB-4858-4C351BAC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4848F-A7DF-2A32-CABA-D9CC4EF8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32870-99F4-DA81-35D7-4CB8142E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2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CFAD0-9406-9602-AFDF-C1A34366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13B6B8-7D50-58AD-154D-DD510787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FF921-F976-5153-778C-80973122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25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4A57-DF11-5179-D024-A04ECFFA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4A2E-1420-3F8F-EDBB-57C65E6A2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A3CDA-1AAE-8DD2-629E-93117E14E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7B9EB-8FEB-E50C-51D2-6F535F05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CAE80-C446-B8A6-8B56-1F63B175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A422A-53F8-F972-0224-A3D763C1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0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FD49-1E87-9176-05C7-863CCA2B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9F294-E749-9208-B233-2993B9335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4E50B-658E-25C5-4430-0CE2B1901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5FB27-BE2A-BEDD-2B99-B2369D3A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B03C0-5E87-0B5E-020D-5E4056E9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1613D-2067-DC01-4F81-73210359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28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2122-7B1F-E5CC-9D87-4B090E1C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FCC98-3EBC-0BF8-C8CA-64194F94B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741D1-6F9A-E659-A4E9-6D5F60BF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5FDE0-FE5F-F11B-B9DF-F82B64D4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B6E49-8934-6E16-04F7-29C152D5A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98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D8E35-BF45-F27C-48BE-DAB15FC5E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8E98C-AF69-5E8B-3E7E-A31F5A032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A81A4-8CCF-F9D0-0322-EB3F0EAB8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48C55-8B4A-2747-C414-19F75BF3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106C-8FB6-9BB3-862E-C4BE5387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68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127" y="6063943"/>
            <a:ext cx="399824" cy="365125"/>
          </a:xfrm>
        </p:spPr>
        <p:txBody>
          <a:bodyPr/>
          <a:lstStyle/>
          <a:p>
            <a:fld id="{F5AEA0E0-5CC6-4BD0-905C-A0021E419432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E7637E-6E69-42CE-983E-ED3F37481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37" y="571602"/>
            <a:ext cx="11022013" cy="892175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726558B-33A6-4F28-99CC-717DAF0D66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79436" y="1573478"/>
            <a:ext cx="11022013" cy="414000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GB"/>
              <a:t>Click to add text, or click on one of the central icons to add a table, chart, SmartArt, image or media. Press the ‘Increase/Decrease’ button under the Home table to move though the styles.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918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B8982-1A5B-B6BA-0AC2-B2B0C211D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C6B03-E388-1BCB-650D-AC92FFDBD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315C7-CDDC-6C2D-0866-8106D2CAD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FBAA9-A391-3144-88D9-68BB8EE6D2BD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E525B-5D93-F163-CC8C-E7FD0C1BD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191A3-9C62-32F0-D748-F9EA587B8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0CCE5-344F-BB4E-B062-2803CB898D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0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7B06A-F3B5-059B-7D2D-03F95B2F9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0561"/>
            <a:ext cx="9144000" cy="1136877"/>
          </a:xfrm>
        </p:spPr>
        <p:txBody>
          <a:bodyPr>
            <a:normAutofit fontScale="90000"/>
          </a:bodyPr>
          <a:lstStyle/>
          <a:p>
            <a:r>
              <a:rPr lang="en-AU" sz="8000" dirty="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140916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9E29-A98C-2881-756E-D55C404D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F085-75EF-21EB-A7AE-6F9482A17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1190"/>
            <a:ext cx="9144000" cy="915619"/>
          </a:xfrm>
        </p:spPr>
        <p:txBody>
          <a:bodyPr>
            <a:normAutofit fontScale="90000"/>
          </a:bodyPr>
          <a:lstStyle/>
          <a:p>
            <a:r>
              <a:rPr lang="en-AU" dirty="0"/>
              <a:t>Experiment 1</a:t>
            </a:r>
          </a:p>
        </p:txBody>
      </p:sp>
    </p:spTree>
    <p:extLst>
      <p:ext uri="{BB962C8B-B14F-4D97-AF65-F5344CB8AC3E}">
        <p14:creationId xmlns:p14="http://schemas.microsoft.com/office/powerpoint/2010/main" val="2268812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CC07-DE0E-0A13-A1A8-1A16E808D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87A7F15-2117-DA3C-8002-42656B4A2D1E}"/>
              </a:ext>
            </a:extLst>
          </p:cNvPr>
          <p:cNvSpPr txBox="1"/>
          <p:nvPr/>
        </p:nvSpPr>
        <p:spPr>
          <a:xfrm>
            <a:off x="624860" y="2767280"/>
            <a:ext cx="109422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How does a diagnostic system based on the human cognitive processes compare to a baseline?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30BD6-5142-24F3-43B2-7C3262812693}"/>
              </a:ext>
            </a:extLst>
          </p:cNvPr>
          <p:cNvSpPr txBox="1"/>
          <p:nvPr/>
        </p:nvSpPr>
        <p:spPr>
          <a:xfrm>
            <a:off x="4004432" y="733648"/>
            <a:ext cx="4183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303156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C5F10-DB30-62C9-CF2B-F1BD399A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42D83F-5AA3-02C4-B25F-46D8609DED70}"/>
              </a:ext>
            </a:extLst>
          </p:cNvPr>
          <p:cNvSpPr/>
          <p:nvPr/>
        </p:nvSpPr>
        <p:spPr>
          <a:xfrm>
            <a:off x="8267701" y="5713478"/>
            <a:ext cx="3924300" cy="1144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20718-49FE-1491-B430-F637AF19B22E}"/>
              </a:ext>
            </a:extLst>
          </p:cNvPr>
          <p:cNvSpPr txBox="1"/>
          <p:nvPr/>
        </p:nvSpPr>
        <p:spPr>
          <a:xfrm>
            <a:off x="808522" y="1156807"/>
            <a:ext cx="960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Our analysis of the interview resulted in the following framework: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E63F3-4791-7F1F-EDE3-494821737806}"/>
              </a:ext>
            </a:extLst>
          </p:cNvPr>
          <p:cNvSpPr txBox="1"/>
          <p:nvPr/>
        </p:nvSpPr>
        <p:spPr>
          <a:xfrm>
            <a:off x="416634" y="365760"/>
            <a:ext cx="47054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Interviewed an Expert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84BD7E-DD5B-7E61-5930-2CE69BE0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EA0E0-5CC6-4BD0-905C-A0021E419432}" type="slidenum">
              <a:rPr lang="en-GB" smtClean="0"/>
              <a:t>4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86B6B-1C45-B9F3-34B5-577B6E966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592" y="1796483"/>
            <a:ext cx="8348012" cy="469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7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4C9D-7E8D-76C9-90ED-D0449D47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4064-211A-0560-80DF-806A06BEC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1190"/>
            <a:ext cx="9144000" cy="915619"/>
          </a:xfrm>
        </p:spPr>
        <p:txBody>
          <a:bodyPr>
            <a:normAutofit fontScale="90000"/>
          </a:bodyPr>
          <a:lstStyle/>
          <a:p>
            <a:r>
              <a:rPr lang="en-AU" dirty="0"/>
              <a:t>Experiment 2</a:t>
            </a:r>
          </a:p>
        </p:txBody>
      </p:sp>
    </p:spTree>
    <p:extLst>
      <p:ext uri="{BB962C8B-B14F-4D97-AF65-F5344CB8AC3E}">
        <p14:creationId xmlns:p14="http://schemas.microsoft.com/office/powerpoint/2010/main" val="383667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B97E1-356A-0016-5820-6B5744DA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47F0EBA-E573-7A75-486D-49781F88F5C5}"/>
              </a:ext>
            </a:extLst>
          </p:cNvPr>
          <p:cNvSpPr txBox="1"/>
          <p:nvPr/>
        </p:nvSpPr>
        <p:spPr>
          <a:xfrm>
            <a:off x="624860" y="2767280"/>
            <a:ext cx="109422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What is the most accurate information collection strategy for a computer-based diagnostic system?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9D7FA-FCD6-7237-3096-4EC1A9916606}"/>
              </a:ext>
            </a:extLst>
          </p:cNvPr>
          <p:cNvSpPr txBox="1"/>
          <p:nvPr/>
        </p:nvSpPr>
        <p:spPr>
          <a:xfrm>
            <a:off x="4004432" y="733648"/>
            <a:ext cx="4183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272031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C7F9-17A1-DE13-078B-2D5B8A0E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53CE5-792E-C66C-43AC-40659425CB1B}"/>
              </a:ext>
            </a:extLst>
          </p:cNvPr>
          <p:cNvSpPr txBox="1"/>
          <p:nvPr/>
        </p:nvSpPr>
        <p:spPr>
          <a:xfrm>
            <a:off x="571943" y="1077433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D0BC93-7B65-E972-4043-C7686139402F}"/>
              </a:ext>
            </a:extLst>
          </p:cNvPr>
          <p:cNvSpPr/>
          <p:nvPr/>
        </p:nvSpPr>
        <p:spPr>
          <a:xfrm>
            <a:off x="1448910" y="1690255"/>
            <a:ext cx="3967475" cy="3795732"/>
          </a:xfrm>
          <a:custGeom>
            <a:avLst/>
            <a:gdLst>
              <a:gd name="csX0" fmla="*/ 0 w 3967475"/>
              <a:gd name="csY0" fmla="*/ 418441 h 3795732"/>
              <a:gd name="csX1" fmla="*/ 418441 w 3967475"/>
              <a:gd name="csY1" fmla="*/ 0 h 3795732"/>
              <a:gd name="csX2" fmla="*/ 3549034 w 3967475"/>
              <a:gd name="csY2" fmla="*/ 0 h 3795732"/>
              <a:gd name="csX3" fmla="*/ 3967475 w 3967475"/>
              <a:gd name="csY3" fmla="*/ 418441 h 3795732"/>
              <a:gd name="csX4" fmla="*/ 3967475 w 3967475"/>
              <a:gd name="csY4" fmla="*/ 3377291 h 3795732"/>
              <a:gd name="csX5" fmla="*/ 3549034 w 3967475"/>
              <a:gd name="csY5" fmla="*/ 3795732 h 3795732"/>
              <a:gd name="csX6" fmla="*/ 418441 w 3967475"/>
              <a:gd name="csY6" fmla="*/ 3795732 h 3795732"/>
              <a:gd name="csX7" fmla="*/ 0 w 3967475"/>
              <a:gd name="csY7" fmla="*/ 3377291 h 3795732"/>
              <a:gd name="csX8" fmla="*/ 0 w 3967475"/>
              <a:gd name="csY8" fmla="*/ 418441 h 37957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67475" h="3795732" extrusionOk="0">
                <a:moveTo>
                  <a:pt x="0" y="418441"/>
                </a:moveTo>
                <a:cubicBezTo>
                  <a:pt x="-11663" y="180148"/>
                  <a:pt x="183424" y="1471"/>
                  <a:pt x="418441" y="0"/>
                </a:cubicBezTo>
                <a:cubicBezTo>
                  <a:pt x="1589880" y="132882"/>
                  <a:pt x="2126441" y="-84951"/>
                  <a:pt x="3549034" y="0"/>
                </a:cubicBezTo>
                <a:cubicBezTo>
                  <a:pt x="3748239" y="31146"/>
                  <a:pt x="3964817" y="202032"/>
                  <a:pt x="3967475" y="418441"/>
                </a:cubicBezTo>
                <a:cubicBezTo>
                  <a:pt x="3987662" y="762094"/>
                  <a:pt x="4119955" y="2554162"/>
                  <a:pt x="3967475" y="3377291"/>
                </a:cubicBezTo>
                <a:cubicBezTo>
                  <a:pt x="3973423" y="3609096"/>
                  <a:pt x="3784091" y="3787587"/>
                  <a:pt x="3549034" y="3795732"/>
                </a:cubicBezTo>
                <a:cubicBezTo>
                  <a:pt x="2463584" y="3883371"/>
                  <a:pt x="834962" y="3723053"/>
                  <a:pt x="418441" y="3795732"/>
                </a:cubicBezTo>
                <a:cubicBezTo>
                  <a:pt x="183813" y="3762077"/>
                  <a:pt x="-10925" y="3623573"/>
                  <a:pt x="0" y="3377291"/>
                </a:cubicBezTo>
                <a:cubicBezTo>
                  <a:pt x="-38581" y="2324188"/>
                  <a:pt x="63341" y="785863"/>
                  <a:pt x="0" y="418441"/>
                </a:cubicBezTo>
                <a:close/>
              </a:path>
            </a:pathLst>
          </a:custGeom>
          <a:noFill/>
          <a:ln w="22225">
            <a:solidFill>
              <a:schemeClr val="accent6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11024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338C1-7A4E-5CD7-01D1-A20F24667F29}"/>
              </a:ext>
            </a:extLst>
          </p:cNvPr>
          <p:cNvSpPr txBox="1"/>
          <p:nvPr/>
        </p:nvSpPr>
        <p:spPr>
          <a:xfrm>
            <a:off x="2673184" y="1227117"/>
            <a:ext cx="14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Environment</a:t>
            </a:r>
          </a:p>
        </p:txBody>
      </p:sp>
      <p:pic>
        <p:nvPicPr>
          <p:cNvPr id="7" name="Graphic 6" descr="Robot outline">
            <a:extLst>
              <a:ext uri="{FF2B5EF4-FFF2-40B4-BE49-F238E27FC236}">
                <a16:creationId xmlns:a16="http://schemas.microsoft.com/office/drawing/2014/main" id="{A4FB149C-832D-442F-4871-B82DAD874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8848" y="2880745"/>
            <a:ext cx="1576450" cy="1576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DEEE48-7933-3401-471F-DB3A33F96547}"/>
              </a:ext>
            </a:extLst>
          </p:cNvPr>
          <p:cNvSpPr txBox="1"/>
          <p:nvPr/>
        </p:nvSpPr>
        <p:spPr>
          <a:xfrm>
            <a:off x="7814348" y="2472934"/>
            <a:ext cx="1645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 Strategy</a:t>
            </a:r>
          </a:p>
        </p:txBody>
      </p:sp>
      <p:pic>
        <p:nvPicPr>
          <p:cNvPr id="13" name="Graphic 12" descr="Robot outline">
            <a:extLst>
              <a:ext uri="{FF2B5EF4-FFF2-40B4-BE49-F238E27FC236}">
                <a16:creationId xmlns:a16="http://schemas.microsoft.com/office/drawing/2014/main" id="{E6C40C29-E722-F003-794E-72C411D19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97580" y="2657600"/>
            <a:ext cx="1576450" cy="15764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2E9C1F-187E-CA97-2938-48FADC77E084}"/>
              </a:ext>
            </a:extLst>
          </p:cNvPr>
          <p:cNvSpPr txBox="1"/>
          <p:nvPr/>
        </p:nvSpPr>
        <p:spPr>
          <a:xfrm>
            <a:off x="3899066" y="2401155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4EAA2B-E8F3-CF03-493D-B4D7A097912F}"/>
              </a:ext>
            </a:extLst>
          </p:cNvPr>
          <p:cNvCxnSpPr>
            <a:cxnSpLocks/>
          </p:cNvCxnSpPr>
          <p:nvPr/>
        </p:nvCxnSpPr>
        <p:spPr>
          <a:xfrm>
            <a:off x="4846369" y="3751605"/>
            <a:ext cx="3119174" cy="0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F5063E-43F6-B9B1-B93A-4EBE49A9B22B}"/>
              </a:ext>
            </a:extLst>
          </p:cNvPr>
          <p:cNvCxnSpPr>
            <a:cxnSpLocks/>
          </p:cNvCxnSpPr>
          <p:nvPr/>
        </p:nvCxnSpPr>
        <p:spPr>
          <a:xfrm flipH="1">
            <a:off x="4846369" y="3353987"/>
            <a:ext cx="3119174" cy="14144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5B3945E-3B0B-7C02-763D-EC0623CC74FB}"/>
              </a:ext>
            </a:extLst>
          </p:cNvPr>
          <p:cNvSpPr txBox="1"/>
          <p:nvPr/>
        </p:nvSpPr>
        <p:spPr>
          <a:xfrm>
            <a:off x="5962683" y="2998799"/>
            <a:ext cx="787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1E1BE1-E56E-C136-F9CE-743459DDC9E7}"/>
              </a:ext>
            </a:extLst>
          </p:cNvPr>
          <p:cNvSpPr txBox="1"/>
          <p:nvPr/>
        </p:nvSpPr>
        <p:spPr>
          <a:xfrm>
            <a:off x="5896415" y="3429774"/>
            <a:ext cx="920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7E151-86FB-D60B-AC71-6398F5FE4287}"/>
              </a:ext>
            </a:extLst>
          </p:cNvPr>
          <p:cNvSpPr txBox="1"/>
          <p:nvPr/>
        </p:nvSpPr>
        <p:spPr>
          <a:xfrm>
            <a:off x="1855902" y="2906975"/>
            <a:ext cx="1370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“Diagnosis”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DBF37-BD8D-2009-DEC5-3618275C3E39}"/>
              </a:ext>
            </a:extLst>
          </p:cNvPr>
          <p:cNvSpPr txBox="1"/>
          <p:nvPr/>
        </p:nvSpPr>
        <p:spPr>
          <a:xfrm>
            <a:off x="1512571" y="3354649"/>
            <a:ext cx="20572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Private</a:t>
            </a:r>
          </a:p>
          <a:p>
            <a:pPr algn="ctr"/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Randomly Generated</a:t>
            </a:r>
          </a:p>
        </p:txBody>
      </p:sp>
      <p:pic>
        <p:nvPicPr>
          <p:cNvPr id="10" name="Graphic 9" descr="Database outline">
            <a:extLst>
              <a:ext uri="{FF2B5EF4-FFF2-40B4-BE49-F238E27FC236}">
                <a16:creationId xmlns:a16="http://schemas.microsoft.com/office/drawing/2014/main" id="{646BBB88-3751-E151-6862-51586E33D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0045" y="3071635"/>
            <a:ext cx="1187532" cy="11875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3B1C7B-E2A4-1A97-F9CA-BF0621C57E01}"/>
              </a:ext>
            </a:extLst>
          </p:cNvPr>
          <p:cNvSpPr txBox="1"/>
          <p:nvPr/>
        </p:nvSpPr>
        <p:spPr>
          <a:xfrm>
            <a:off x="9929078" y="2401155"/>
            <a:ext cx="1341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Collected</a:t>
            </a:r>
          </a:p>
          <a:p>
            <a:pPr algn="ctr"/>
            <a:r>
              <a:rPr lang="en-US" dirty="0"/>
              <a:t>Information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B940AA-9307-B0AD-35EF-F1173A439347}"/>
              </a:ext>
            </a:extLst>
          </p:cNvPr>
          <p:cNvCxnSpPr>
            <a:cxnSpLocks/>
          </p:cNvCxnSpPr>
          <p:nvPr/>
        </p:nvCxnSpPr>
        <p:spPr>
          <a:xfrm>
            <a:off x="9168988" y="3709044"/>
            <a:ext cx="902524" cy="0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28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C7F9-17A1-DE13-078B-2D5B8A0E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BC0264-701B-0D02-EEBA-C5B06BA8436A}"/>
              </a:ext>
            </a:extLst>
          </p:cNvPr>
          <p:cNvSpPr txBox="1"/>
          <p:nvPr/>
        </p:nvSpPr>
        <p:spPr>
          <a:xfrm>
            <a:off x="572592" y="205790"/>
            <a:ext cx="6751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Information Collection Strategies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0335427-564F-D539-B6F5-4B9727D18F71}"/>
              </a:ext>
            </a:extLst>
          </p:cNvPr>
          <p:cNvSpPr/>
          <p:nvPr/>
        </p:nvSpPr>
        <p:spPr>
          <a:xfrm>
            <a:off x="4251028" y="2763163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your Hypothesis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C6889-3714-D947-795C-AF682EDDF207}"/>
              </a:ext>
            </a:extLst>
          </p:cNvPr>
          <p:cNvSpPr txBox="1"/>
          <p:nvPr/>
        </p:nvSpPr>
        <p:spPr>
          <a:xfrm>
            <a:off x="1031132" y="894945"/>
            <a:ext cx="3893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 Hypothesis-driven search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B83481-E07B-4DB6-F29A-5DDDC0C2CE54}"/>
              </a:ext>
            </a:extLst>
          </p:cNvPr>
          <p:cNvSpPr/>
          <p:nvPr/>
        </p:nvSpPr>
        <p:spPr>
          <a:xfrm>
            <a:off x="4251027" y="1708142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Collect new information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6286F9-4798-A6C1-5658-3CA94D0370D4}"/>
              </a:ext>
            </a:extLst>
          </p:cNvPr>
          <p:cNvSpPr/>
          <p:nvPr/>
        </p:nvSpPr>
        <p:spPr>
          <a:xfrm>
            <a:off x="4251026" y="5769762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diagnosis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E0E06A-D29B-5AD1-FDC5-75AA67C77491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>
            <a:off x="6095996" y="2358855"/>
            <a:ext cx="1" cy="40430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2EC83C7C-01F3-CF64-C9F8-42F35E299100}"/>
              </a:ext>
            </a:extLst>
          </p:cNvPr>
          <p:cNvSpPr/>
          <p:nvPr/>
        </p:nvSpPr>
        <p:spPr>
          <a:xfrm>
            <a:off x="5206513" y="3818184"/>
            <a:ext cx="1778970" cy="1536971"/>
          </a:xfrm>
          <a:prstGeom prst="diamond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F5732E-3B23-D64E-AA00-04B75653D2CA}"/>
              </a:ext>
            </a:extLst>
          </p:cNvPr>
          <p:cNvCxnSpPr>
            <a:cxnSpLocks/>
          </p:cNvCxnSpPr>
          <p:nvPr/>
        </p:nvCxnSpPr>
        <p:spPr>
          <a:xfrm>
            <a:off x="6095995" y="3413876"/>
            <a:ext cx="1" cy="40430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3910F5-2A4A-03DA-C15C-39935C79C332}"/>
              </a:ext>
            </a:extLst>
          </p:cNvPr>
          <p:cNvCxnSpPr>
            <a:cxnSpLocks/>
          </p:cNvCxnSpPr>
          <p:nvPr/>
        </p:nvCxnSpPr>
        <p:spPr>
          <a:xfrm>
            <a:off x="6083018" y="5355155"/>
            <a:ext cx="1" cy="40430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72100F-9991-8F4D-EA22-59F5577FAE31}"/>
              </a:ext>
            </a:extLst>
          </p:cNvPr>
          <p:cNvSpPr txBox="1"/>
          <p:nvPr/>
        </p:nvSpPr>
        <p:spPr>
          <a:xfrm>
            <a:off x="5206514" y="4311440"/>
            <a:ext cx="1709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Satisficing Hypothesis?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1479AC-4480-AFD1-1120-55DA132B818B}"/>
              </a:ext>
            </a:extLst>
          </p:cNvPr>
          <p:cNvSpPr txBox="1"/>
          <p:nvPr/>
        </p:nvSpPr>
        <p:spPr>
          <a:xfrm>
            <a:off x="6108983" y="5365454"/>
            <a:ext cx="4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79E16D02-C129-477E-2C45-BBFA4A855FDB}"/>
              </a:ext>
            </a:extLst>
          </p:cNvPr>
          <p:cNvCxnSpPr>
            <a:stCxn id="27" idx="1"/>
            <a:endCxn id="4" idx="1"/>
          </p:cNvCxnSpPr>
          <p:nvPr/>
        </p:nvCxnSpPr>
        <p:spPr>
          <a:xfrm rot="10800000">
            <a:off x="4251028" y="2033500"/>
            <a:ext cx="955487" cy="2539551"/>
          </a:xfrm>
          <a:prstGeom prst="bentConnector3">
            <a:avLst>
              <a:gd name="adj1" fmla="val 175847"/>
            </a:avLst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0DB5B4F-423E-A6F2-355E-39CB4992734C}"/>
              </a:ext>
            </a:extLst>
          </p:cNvPr>
          <p:cNvSpPr txBox="1"/>
          <p:nvPr/>
        </p:nvSpPr>
        <p:spPr>
          <a:xfrm>
            <a:off x="4111687" y="4284041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31292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CAB65-FB4B-BF47-8096-F5F3B310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0FD108-66FF-6BD3-4831-C83D25F54397}"/>
              </a:ext>
            </a:extLst>
          </p:cNvPr>
          <p:cNvSpPr txBox="1"/>
          <p:nvPr/>
        </p:nvSpPr>
        <p:spPr>
          <a:xfrm>
            <a:off x="572592" y="205790"/>
            <a:ext cx="6751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Information Collection Strategies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5FD0AD-5C74-6442-FE15-61467511A733}"/>
              </a:ext>
            </a:extLst>
          </p:cNvPr>
          <p:cNvSpPr txBox="1"/>
          <p:nvPr/>
        </p:nvSpPr>
        <p:spPr>
          <a:xfrm>
            <a:off x="1031132" y="894945"/>
            <a:ext cx="3845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2. Knowledge-driven search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850DD7-7413-C855-D5ED-BE694B9DD88D}"/>
              </a:ext>
            </a:extLst>
          </p:cNvPr>
          <p:cNvSpPr/>
          <p:nvPr/>
        </p:nvSpPr>
        <p:spPr>
          <a:xfrm>
            <a:off x="4251027" y="1708142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Collect new information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9E8331-47D1-9555-2AF7-ABF15A8D8BAB}"/>
              </a:ext>
            </a:extLst>
          </p:cNvPr>
          <p:cNvSpPr/>
          <p:nvPr/>
        </p:nvSpPr>
        <p:spPr>
          <a:xfrm>
            <a:off x="4251026" y="5769762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diagnosis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5CFC8C-7CDC-3655-8356-0D4E85E732E4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6083018" y="3293957"/>
            <a:ext cx="12980" cy="52422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FBEED773-3158-5D53-283F-31CB88142DAB}"/>
              </a:ext>
            </a:extLst>
          </p:cNvPr>
          <p:cNvSpPr/>
          <p:nvPr/>
        </p:nvSpPr>
        <p:spPr>
          <a:xfrm>
            <a:off x="5206513" y="3818184"/>
            <a:ext cx="1778970" cy="1536971"/>
          </a:xfrm>
          <a:prstGeom prst="diamond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1A5D72-3C68-DC5B-FEEA-B481093C205B}"/>
              </a:ext>
            </a:extLst>
          </p:cNvPr>
          <p:cNvCxnSpPr>
            <a:cxnSpLocks/>
          </p:cNvCxnSpPr>
          <p:nvPr/>
        </p:nvCxnSpPr>
        <p:spPr>
          <a:xfrm>
            <a:off x="6083018" y="5355155"/>
            <a:ext cx="1" cy="40430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8A4E415-D097-B2A2-F650-D8D2DE6ABB88}"/>
              </a:ext>
            </a:extLst>
          </p:cNvPr>
          <p:cNvSpPr txBox="1"/>
          <p:nvPr/>
        </p:nvSpPr>
        <p:spPr>
          <a:xfrm>
            <a:off x="5206514" y="4311440"/>
            <a:ext cx="1709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Satisficing information?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61A895-5294-6D24-0D79-9A3CBE162BF5}"/>
              </a:ext>
            </a:extLst>
          </p:cNvPr>
          <p:cNvSpPr txBox="1"/>
          <p:nvPr/>
        </p:nvSpPr>
        <p:spPr>
          <a:xfrm>
            <a:off x="6108983" y="5365454"/>
            <a:ext cx="4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652E72BC-6B06-87A9-D0F8-C583C6FE8253}"/>
              </a:ext>
            </a:extLst>
          </p:cNvPr>
          <p:cNvCxnSpPr>
            <a:stCxn id="27" idx="1"/>
            <a:endCxn id="4" idx="1"/>
          </p:cNvCxnSpPr>
          <p:nvPr/>
        </p:nvCxnSpPr>
        <p:spPr>
          <a:xfrm rot="10800000">
            <a:off x="4251028" y="2033500"/>
            <a:ext cx="955487" cy="2539551"/>
          </a:xfrm>
          <a:prstGeom prst="bentConnector3">
            <a:avLst>
              <a:gd name="adj1" fmla="val 123925"/>
            </a:avLst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1459649-4DAA-8E29-1A26-AC62E742F7A3}"/>
              </a:ext>
            </a:extLst>
          </p:cNvPr>
          <p:cNvSpPr txBox="1"/>
          <p:nvPr/>
        </p:nvSpPr>
        <p:spPr>
          <a:xfrm>
            <a:off x="4111687" y="4284041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A9578C7-3266-1F95-6F58-7A1BD3F25B2A}"/>
              </a:ext>
            </a:extLst>
          </p:cNvPr>
          <p:cNvSpPr/>
          <p:nvPr/>
        </p:nvSpPr>
        <p:spPr>
          <a:xfrm>
            <a:off x="4238049" y="2643244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Recognize patterns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A77435-9C64-963E-6CBA-37F185D01F72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6083018" y="2358855"/>
            <a:ext cx="12978" cy="28438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942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9676-3AD3-DC4E-AB68-5F5442A0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A30DA-878A-3934-9BFA-1520E2EBAB0B}"/>
              </a:ext>
            </a:extLst>
          </p:cNvPr>
          <p:cNvSpPr txBox="1"/>
          <p:nvPr/>
        </p:nvSpPr>
        <p:spPr>
          <a:xfrm>
            <a:off x="572592" y="205790"/>
            <a:ext cx="6751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Information Collection Strategies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9BFBC-4753-1FBD-63BE-02C29227601E}"/>
              </a:ext>
            </a:extLst>
          </p:cNvPr>
          <p:cNvSpPr txBox="1"/>
          <p:nvPr/>
        </p:nvSpPr>
        <p:spPr>
          <a:xfrm>
            <a:off x="1031132" y="894945"/>
            <a:ext cx="2006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3. Gut Feeling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58F5F2-F798-5535-009F-B8CFADDFFE12}"/>
              </a:ext>
            </a:extLst>
          </p:cNvPr>
          <p:cNvSpPr/>
          <p:nvPr/>
        </p:nvSpPr>
        <p:spPr>
          <a:xfrm>
            <a:off x="4264014" y="2119230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Collect new information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E7424D-0A94-79F2-E59C-C76D8687989D}"/>
              </a:ext>
            </a:extLst>
          </p:cNvPr>
          <p:cNvSpPr/>
          <p:nvPr/>
        </p:nvSpPr>
        <p:spPr>
          <a:xfrm>
            <a:off x="4251026" y="5254181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diagnosis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F6347C-970D-A687-7D05-4D1E36CA667D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6095998" y="2769943"/>
            <a:ext cx="12985" cy="53266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22218E78-BC9F-A965-72CD-1B1C433FB177}"/>
              </a:ext>
            </a:extLst>
          </p:cNvPr>
          <p:cNvSpPr/>
          <p:nvPr/>
        </p:nvSpPr>
        <p:spPr>
          <a:xfrm>
            <a:off x="5206513" y="3302603"/>
            <a:ext cx="1778970" cy="1536971"/>
          </a:xfrm>
          <a:prstGeom prst="diamond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C87502-C6B1-E408-5C01-258DA9DDF5A9}"/>
              </a:ext>
            </a:extLst>
          </p:cNvPr>
          <p:cNvCxnSpPr>
            <a:cxnSpLocks/>
          </p:cNvCxnSpPr>
          <p:nvPr/>
        </p:nvCxnSpPr>
        <p:spPr>
          <a:xfrm>
            <a:off x="6083018" y="4839574"/>
            <a:ext cx="1" cy="40430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416ACCA-D831-835F-1562-D4BB8F77993E}"/>
              </a:ext>
            </a:extLst>
          </p:cNvPr>
          <p:cNvSpPr txBox="1"/>
          <p:nvPr/>
        </p:nvSpPr>
        <p:spPr>
          <a:xfrm>
            <a:off x="5228092" y="3917200"/>
            <a:ext cx="17098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Current Sense?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F1A505-EC48-1733-A7C6-8F36AF327088}"/>
              </a:ext>
            </a:extLst>
          </p:cNvPr>
          <p:cNvSpPr txBox="1"/>
          <p:nvPr/>
        </p:nvSpPr>
        <p:spPr>
          <a:xfrm>
            <a:off x="6108983" y="4849873"/>
            <a:ext cx="1197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Reassurance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B8F734F-0E06-8EAE-C94C-1A93D53DEA87}"/>
              </a:ext>
            </a:extLst>
          </p:cNvPr>
          <p:cNvCxnSpPr>
            <a:stCxn id="27" idx="1"/>
            <a:endCxn id="4" idx="1"/>
          </p:cNvCxnSpPr>
          <p:nvPr/>
        </p:nvCxnSpPr>
        <p:spPr>
          <a:xfrm rot="10800000">
            <a:off x="4264014" y="2444587"/>
            <a:ext cx="964078" cy="1626502"/>
          </a:xfrm>
          <a:prstGeom prst="bentConnector3">
            <a:avLst>
              <a:gd name="adj1" fmla="val 123712"/>
            </a:avLst>
          </a:prstGeom>
          <a:ln w="254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027377B-7B30-FA80-349B-33D0E52D0F61}"/>
              </a:ext>
            </a:extLst>
          </p:cNvPr>
          <p:cNvSpPr txBox="1"/>
          <p:nvPr/>
        </p:nvSpPr>
        <p:spPr>
          <a:xfrm>
            <a:off x="4243511" y="3732209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Alarm</a:t>
            </a:r>
          </a:p>
        </p:txBody>
      </p:sp>
    </p:spTree>
    <p:extLst>
      <p:ext uri="{BB962C8B-B14F-4D97-AF65-F5344CB8AC3E}">
        <p14:creationId xmlns:p14="http://schemas.microsoft.com/office/powerpoint/2010/main" val="3508450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D027-3A8D-1330-9D77-83ECBF57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5535DC-9280-9022-A94C-1729E5DF2B76}"/>
              </a:ext>
            </a:extLst>
          </p:cNvPr>
          <p:cNvSpPr txBox="1"/>
          <p:nvPr/>
        </p:nvSpPr>
        <p:spPr>
          <a:xfrm>
            <a:off x="572592" y="205790"/>
            <a:ext cx="6751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Information Collection Strategies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4B9FA-A324-00C9-240B-15EBE3FDC84A}"/>
              </a:ext>
            </a:extLst>
          </p:cNvPr>
          <p:cNvSpPr txBox="1"/>
          <p:nvPr/>
        </p:nvSpPr>
        <p:spPr>
          <a:xfrm>
            <a:off x="1031132" y="894945"/>
            <a:ext cx="2553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4. Channel-based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463FBB-C485-7085-AB41-244D0A441115}"/>
              </a:ext>
            </a:extLst>
          </p:cNvPr>
          <p:cNvSpPr/>
          <p:nvPr/>
        </p:nvSpPr>
        <p:spPr>
          <a:xfrm>
            <a:off x="4251029" y="1789516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Conduct patient interview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DDFC0F-7FAC-1B5A-F0A7-E6AABD837824}"/>
              </a:ext>
            </a:extLst>
          </p:cNvPr>
          <p:cNvSpPr/>
          <p:nvPr/>
        </p:nvSpPr>
        <p:spPr>
          <a:xfrm>
            <a:off x="4251026" y="5254181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Return diagnosis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F24EFA-492C-8252-5060-C43EE2A6CC8D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5998" y="2440229"/>
            <a:ext cx="0" cy="86237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Diamond 7">
            <a:extLst>
              <a:ext uri="{FF2B5EF4-FFF2-40B4-BE49-F238E27FC236}">
                <a16:creationId xmlns:a16="http://schemas.microsoft.com/office/drawing/2014/main" id="{3FFF5349-5EBD-C1AD-3A83-9318B74D9C39}"/>
              </a:ext>
            </a:extLst>
          </p:cNvPr>
          <p:cNvSpPr/>
          <p:nvPr/>
        </p:nvSpPr>
        <p:spPr>
          <a:xfrm>
            <a:off x="5206513" y="3302603"/>
            <a:ext cx="1778970" cy="1536971"/>
          </a:xfrm>
          <a:prstGeom prst="diamond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0FB74B-E0CB-807E-D525-063312D65303}"/>
              </a:ext>
            </a:extLst>
          </p:cNvPr>
          <p:cNvCxnSpPr>
            <a:cxnSpLocks/>
          </p:cNvCxnSpPr>
          <p:nvPr/>
        </p:nvCxnSpPr>
        <p:spPr>
          <a:xfrm>
            <a:off x="6083018" y="4839574"/>
            <a:ext cx="1" cy="404308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A90FD56-812B-B629-F0F0-A4B846FD5276}"/>
              </a:ext>
            </a:extLst>
          </p:cNvPr>
          <p:cNvSpPr txBox="1"/>
          <p:nvPr/>
        </p:nvSpPr>
        <p:spPr>
          <a:xfrm>
            <a:off x="5206513" y="3769664"/>
            <a:ext cx="1709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Confident in diagnosis?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43A4F5-F80B-008C-A090-7B343943C902}"/>
              </a:ext>
            </a:extLst>
          </p:cNvPr>
          <p:cNvSpPr txBox="1"/>
          <p:nvPr/>
        </p:nvSpPr>
        <p:spPr>
          <a:xfrm>
            <a:off x="6108983" y="4849873"/>
            <a:ext cx="449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Yes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AE2ED20-7615-7879-393E-6E0DE73AC89E}"/>
              </a:ext>
            </a:extLst>
          </p:cNvPr>
          <p:cNvCxnSpPr>
            <a:cxnSpLocks/>
            <a:endCxn id="10" idx="3"/>
          </p:cNvCxnSpPr>
          <p:nvPr/>
        </p:nvCxnSpPr>
        <p:spPr>
          <a:xfrm rot="10800000">
            <a:off x="3974123" y="4029083"/>
            <a:ext cx="1232390" cy="42006"/>
          </a:xfrm>
          <a:prstGeom prst="bentConnector3">
            <a:avLst>
              <a:gd name="adj1" fmla="val -1307"/>
            </a:avLst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85688C7-460F-0BEE-DF33-38D6F9965E0E}"/>
              </a:ext>
            </a:extLst>
          </p:cNvPr>
          <p:cNvSpPr txBox="1"/>
          <p:nvPr/>
        </p:nvSpPr>
        <p:spPr>
          <a:xfrm>
            <a:off x="4243511" y="3732209"/>
            <a:ext cx="4106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0ED200C-D5DC-D75A-C59B-5486D03421F4}"/>
              </a:ext>
            </a:extLst>
          </p:cNvPr>
          <p:cNvSpPr/>
          <p:nvPr/>
        </p:nvSpPr>
        <p:spPr>
          <a:xfrm>
            <a:off x="284186" y="3703726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Physical Exam</a:t>
            </a:r>
          </a:p>
        </p:txBody>
      </p:sp>
    </p:spTree>
    <p:extLst>
      <p:ext uri="{BB962C8B-B14F-4D97-AF65-F5344CB8AC3E}">
        <p14:creationId xmlns:p14="http://schemas.microsoft.com/office/powerpoint/2010/main" val="191002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A902-B183-28C1-4D5E-0AFE2D64B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2FF6D9-CB2E-F5CD-FE47-DD3C61B1D212}"/>
              </a:ext>
            </a:extLst>
          </p:cNvPr>
          <p:cNvSpPr txBox="1"/>
          <p:nvPr/>
        </p:nvSpPr>
        <p:spPr>
          <a:xfrm>
            <a:off x="572592" y="205790"/>
            <a:ext cx="6751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Information Collection Strategies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09BAC-3081-E5B2-94F6-32A4E867B5B9}"/>
              </a:ext>
            </a:extLst>
          </p:cNvPr>
          <p:cNvSpPr txBox="1"/>
          <p:nvPr/>
        </p:nvSpPr>
        <p:spPr>
          <a:xfrm>
            <a:off x="1031132" y="894945"/>
            <a:ext cx="2762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5. Sequence-based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86F2CE-D39C-F4AB-6DCD-4B5D74AA34FD}"/>
              </a:ext>
            </a:extLst>
          </p:cNvPr>
          <p:cNvSpPr/>
          <p:nvPr/>
        </p:nvSpPr>
        <p:spPr>
          <a:xfrm>
            <a:off x="4251029" y="1789516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Initialization of diagnosis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1F4FD7-1ACB-BE6C-A5AB-E1887AECE643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6095993" y="2440229"/>
            <a:ext cx="5" cy="66341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1910EA-ECE3-7285-A50A-BFA744467D9E}"/>
              </a:ext>
            </a:extLst>
          </p:cNvPr>
          <p:cNvSpPr/>
          <p:nvPr/>
        </p:nvSpPr>
        <p:spPr>
          <a:xfrm>
            <a:off x="4251024" y="3103643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Refinement of diagnosis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937ACD-58C2-1178-CCAF-F19D643DF59A}"/>
              </a:ext>
            </a:extLst>
          </p:cNvPr>
          <p:cNvSpPr/>
          <p:nvPr/>
        </p:nvSpPr>
        <p:spPr>
          <a:xfrm>
            <a:off x="4251025" y="4417772"/>
            <a:ext cx="3689937" cy="650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Defining the final diagnosis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11C4CE-FF0C-A16E-FAD7-3F02712FAA80}"/>
              </a:ext>
            </a:extLst>
          </p:cNvPr>
          <p:cNvCxnSpPr>
            <a:cxnSpLocks/>
          </p:cNvCxnSpPr>
          <p:nvPr/>
        </p:nvCxnSpPr>
        <p:spPr>
          <a:xfrm flipH="1">
            <a:off x="6095992" y="3754356"/>
            <a:ext cx="5" cy="66341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119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162</Words>
  <Application>Microsoft Macintosh PowerPoint</Application>
  <PresentationFormat>Widescreen</PresentationFormat>
  <Paragraphs>58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Project Overview</vt:lpstr>
      <vt:lpstr>Experiment 1</vt:lpstr>
      <vt:lpstr>PowerPoint Presentation</vt:lpstr>
      <vt:lpstr>PowerPoint Presentation</vt:lpstr>
      <vt:lpstr>Experiment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</dc:creator>
  <cp:lastModifiedBy>AHMED ABDRABOUH</cp:lastModifiedBy>
  <cp:revision>1</cp:revision>
  <dcterms:created xsi:type="dcterms:W3CDTF">2026-04-14T02:14:16Z</dcterms:created>
  <dcterms:modified xsi:type="dcterms:W3CDTF">2026-09-08T04:46:06Z</dcterms:modified>
</cp:coreProperties>
</file>